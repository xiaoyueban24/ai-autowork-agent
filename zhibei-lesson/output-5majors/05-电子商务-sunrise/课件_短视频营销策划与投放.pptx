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03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秒：报课程名与本次课题，说明这节课「学完能做什么」。不展开讲，直接进下一页。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播放视频前 </a:t>
            </a:r>
            <a:r>
              <a:rPr lang="en-US" altLang="zh-CN"/>
              <a:t>15 </a:t>
            </a:r>
            <a:r>
              <a:rPr lang="zh-CN" altLang="en-US"/>
              <a:t>秒（不解说）。放完直接问：你为什么看完了？把学生答案写在黑板右侧，后面讲钩子时回扣。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三维目标各念一遍，重点落在「能力」行</a:t>
            </a:r>
            <a:r>
              <a:rPr lang="en-US" altLang="zh-CN"/>
              <a:t>——</a:t>
            </a:r>
            <a:r>
              <a:rPr lang="zh-CN" altLang="en-US"/>
              <a:t>告诉学生下课前每人都要过这一关。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重点讲冷启动池：</a:t>
            </a:r>
            <a:r>
              <a:rPr lang="en-US" altLang="zh-CN"/>
              <a:t>300 </a:t>
            </a:r>
            <a:r>
              <a:rPr lang="zh-CN" altLang="en-US"/>
              <a:t>曝光里完播率不到 </a:t>
            </a:r>
            <a:r>
              <a:rPr lang="en-US" altLang="zh-CN"/>
              <a:t>30%</a:t>
            </a:r>
            <a:r>
              <a:rPr lang="zh-CN" altLang="en-US"/>
              <a:t>，视频就停在第一级。这就是为什么前 </a:t>
            </a:r>
            <a:r>
              <a:rPr lang="en-US" altLang="zh-CN"/>
              <a:t>3 </a:t>
            </a:r>
            <a:r>
              <a:rPr lang="zh-CN" altLang="en-US"/>
              <a:t>秒决定生死。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回扣开场视频：让学生把刚才那条爆款按四段拆开，钩子是哪 </a:t>
            </a:r>
            <a:r>
              <a:rPr lang="en-US" altLang="zh-CN"/>
              <a:t>3 </a:t>
            </a:r>
            <a:r>
              <a:rPr lang="zh-CN" altLang="en-US"/>
              <a:t>秒？价值段用了什么证言？拆完给出模板。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带着看柱状图：</a:t>
            </a:r>
            <a:r>
              <a:rPr lang="en-US" altLang="zh-CN"/>
              <a:t>3s→6s </a:t>
            </a:r>
            <a:r>
              <a:rPr lang="zh-CN" altLang="en-US"/>
              <a:t>只掉 </a:t>
            </a:r>
            <a:r>
              <a:rPr lang="en-US" altLang="zh-CN"/>
              <a:t>18</a:t>
            </a:r>
            <a:r>
              <a:rPr lang="zh-CN" altLang="en-US"/>
              <a:t>，</a:t>
            </a:r>
            <a:r>
              <a:rPr lang="en-US" altLang="zh-CN"/>
              <a:t>6s→9s </a:t>
            </a:r>
            <a:r>
              <a:rPr lang="zh-CN" altLang="en-US"/>
              <a:t>掉 </a:t>
            </a:r>
            <a:r>
              <a:rPr lang="en-US" altLang="zh-CN"/>
              <a:t>24——</a:t>
            </a:r>
            <a:r>
              <a:rPr lang="zh-CN" altLang="en-US"/>
              <a:t>中段塌了。问学生：如果你是操盘手，改哪一秒？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流程页快速过（</a:t>
            </a:r>
            <a:r>
              <a:rPr lang="en-US" altLang="zh-CN"/>
              <a:t>30 </a:t>
            </a:r>
            <a:r>
              <a:rPr lang="zh-CN" altLang="en-US"/>
              <a:t>秒内），让学生对时间分配有数即可，不逐条讲。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【5min】</a:t>
            </a:r>
            <a:r>
              <a:rPr lang="zh-CN" altLang="en-US"/>
              <a:t>现场拆解一条百万播放的黄酒带货视频：它凭什么火？ ｜ 意图：爆款拆解激发兴趣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讲解流量池分发逻辑与「钩子</a:t>
            </a:r>
            <a:r>
              <a:rPr lang="en-US" altLang="zh-CN"/>
              <a:t>-</a:t>
            </a:r>
            <a:r>
              <a:rPr lang="zh-CN" altLang="en-US"/>
              <a:t>价值</a:t>
            </a:r>
            <a:r>
              <a:rPr lang="en-US" altLang="zh-CN"/>
              <a:t>-</a:t>
            </a:r>
            <a:r>
              <a:rPr lang="zh-CN" altLang="en-US"/>
              <a:t>行动」三段式脚本结构 ｜ 意图：方法论先行建立框架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发布任务：为绍兴黄酒撰写</a:t>
            </a:r>
            <a:r>
              <a:rPr lang="en-US" altLang="zh-CN"/>
              <a:t>15</a:t>
            </a:r>
            <a:r>
              <a:rPr lang="zh-CN" altLang="en-US"/>
              <a:t>秒带货脚本，巡回指导修改 ｜ 意图：真实产品练实战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【20min】</a:t>
            </a:r>
            <a:r>
              <a:rPr lang="zh-CN" altLang="en-US"/>
              <a:t>演示完播率</a:t>
            </a:r>
            <a:r>
              <a:rPr lang="en-US" altLang="zh-CN"/>
              <a:t>/</a:t>
            </a:r>
            <a:r>
              <a:rPr lang="zh-CN" altLang="en-US"/>
              <a:t>互动率</a:t>
            </a:r>
            <a:r>
              <a:rPr lang="en-US" altLang="zh-CN"/>
              <a:t>/</a:t>
            </a:r>
            <a:r>
              <a:rPr lang="zh-CN" altLang="en-US"/>
              <a:t>转化率的复盘模板，讲解优化策略反推方法 ｜ 意图：数据思维突破重难点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【15min】</a:t>
            </a:r>
            <a:r>
              <a:rPr lang="zh-CN" altLang="en-US"/>
              <a:t>组织优秀脚本路演点评，强调真实合规营销底线 ｜ 意图：路演激励与价值引领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作业读一遍要求即可。实训类作业强调提交格式（截图</a:t>
            </a:r>
            <a:r>
              <a:rPr lang="en-US" altLang="zh-CN"/>
              <a:t>/</a:t>
            </a:r>
            <a:r>
              <a:rPr lang="zh-CN" altLang="en-US"/>
              <a:t>工程文件）。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 </a:t>
            </a:r>
            <a:r>
              <a:rPr lang="en-US" altLang="zh-CN"/>
              <a:t>1 </a:t>
            </a:r>
            <a:r>
              <a:rPr lang="zh-CN" altLang="en-US"/>
              <a:t>分钟：念一遍这句主线话，预告下节课标题，布置作业。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 分钟：念一遍这句主线话，预告下节课标题，布置作业。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短视频营销策划与投放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网络营销实务 · 项目五 内容营销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短视频营销策划与投放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网络营销实务 · 项目五 内容营销 ｜ 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先看一条爆了视频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这节课学什么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知识：理解短视频平台推荐算法的流量分发逻辑，掌握黄金3秒开头与完播率导向的脚本结构。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能力：能为本地产品独立完成短视频选题策划、脚本撰写与数据复盘方案。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素养：培育真实合规的营销底线意识与本土品牌情怀。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5-1 流量分级与晋级指标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流量池：每一级一道门槛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5-2 钩子 → 价值 → 产品 → 行动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秒脚本结构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5-3 复盘看板（6–9s 掉量 24pt）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数据复盘：从掉量点找优化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课堂流程（90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5′ 导入新课：现场拆解一条百万播放的黄酒带货视频：它凭什么火？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25′ 策划方法：讲解流量池分发逻辑与「钩子-价值-行动」三段式脚本结构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25′ 脚本实操：发布任务：为绍兴黄酒撰写15秒带货脚本，巡回指导修改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20′ 数据复盘：演示完播率/互动率/转化率的复盘模板，讲解优化策略反推方法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15′ 路演小结：组织优秀脚本路演点评，强调真实合规营销底线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分钟 ｜ 意图：爆款拆解激发兴趣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教师：现场拆解一条百万播放的黄酒带货视频：它凭什么火？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学生：观看记录爆款要素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策划方法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分钟 ｜ 意图：方法论先行建立框架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教师：讲解流量池分发逻辑与「钩子-价值-行动」三段式脚本结构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学生：分析案例视频的钩子设计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脚本实操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分钟 ｜ 意图：真实产品练实战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教师：发布任务：为绍兴黄酒撰写15秒带货脚本，巡回指导修改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学生：小组共创脚本，互评黄金3秒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数据复盘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分钟 ｜ 意图：数据思维突破重难点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教师：演示完播率/互动率/转化率的复盘模板，讲解优化策略反推方法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学生：用模板分析给定数据并提出优化点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路演小结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分钟 ｜ 意图：路演激励与价值引领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教师：组织优秀脚本路演点评，强调真实合规营销底线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学生：小组展示脚本，投票互评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基础题：完成一条爆款视频的要素拆解表；实训题：小组完成完整脚本与分镜并提交剪映工程；预习：直播带货运营。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截止：本周日 22:00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3 秒定生死，数据里找答案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3291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网络营销实务 · 短视频营销策划与投放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全屏显示(16:9)</PresentationFormat>
  <Paragraphs>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短视频营销策划与投放</dc:title>
  <dc:subject>PptxGenJS Presentation</dc:subject>
  <dc:creator>智备教案</dc:creator>
  <cp:lastModifiedBy>uiwe uiwe</cp:lastModifiedBy>
  <cp:revision>2</cp:revision>
  <dcterms:created xsi:type="dcterms:W3CDTF">2026-09-02T11:12:42Z</dcterms:created>
  <dcterms:modified xsi:type="dcterms:W3CDTF">2026-09-02T11:12:46Z</dcterms:modified>
</cp:coreProperties>
</file>