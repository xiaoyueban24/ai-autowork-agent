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4883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 </a:t>
            </a:r>
            <a:r>
              <a:rPr lang="en-US" altLang="zh-CN"/>
              <a:t>30 </a:t>
            </a:r>
            <a:r>
              <a:rPr lang="zh-CN" altLang="en-US"/>
              <a:t>秒：报课程名与本次课题，说明这节课「学完能做什么」。不展开讲，直接进下一页。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实训室纪律：这一页停留时间要够。逐条点名下一位学生复述五步流程，复述不出来不允上电。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特别强调第①步：去年实训就有一组带电接线跳闸。挂警示牌不是形式，是给全组人的信号。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三维目标各念一遍，重点落在「能力」行</a:t>
            </a:r>
            <a:r>
              <a:rPr lang="en-US" altLang="zh-CN"/>
              <a:t>——</a:t>
            </a:r>
            <a:r>
              <a:rPr lang="zh-CN" altLang="en-US"/>
              <a:t>告诉学生下课前每人都要过这一关。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先讲左侧主电路：</a:t>
            </a:r>
            <a:r>
              <a:rPr lang="en-US" altLang="zh-CN"/>
              <a:t>KM1 </a:t>
            </a:r>
            <a:r>
              <a:rPr lang="zh-CN" altLang="en-US"/>
              <a:t>直通正转，</a:t>
            </a:r>
            <a:r>
              <a:rPr lang="en-US" altLang="zh-CN"/>
              <a:t>KM2 </a:t>
            </a:r>
            <a:r>
              <a:rPr lang="zh-CN" altLang="en-US"/>
              <a:t>换相 </a:t>
            </a:r>
            <a:r>
              <a:rPr lang="en-US" altLang="zh-CN"/>
              <a:t>L1↔L3 </a:t>
            </a:r>
            <a:r>
              <a:rPr lang="zh-CN" altLang="en-US"/>
              <a:t>反转。再问：两个接触器同时吸合会怎样？</a:t>
            </a:r>
            <a:r>
              <a:rPr lang="en-US" altLang="zh-CN"/>
              <a:t>——</a:t>
            </a:r>
            <a:r>
              <a:rPr lang="zh-CN" altLang="en-US"/>
              <a:t>相间短路。互锁就是防这个。此图讲 </a:t>
            </a:r>
            <a:r>
              <a:rPr lang="en-US" altLang="zh-CN"/>
              <a:t>8 </a:t>
            </a:r>
            <a:r>
              <a:rPr lang="zh-CN" altLang="en-US"/>
              <a:t>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梯形图和继电器电路一一对应：</a:t>
            </a:r>
            <a:r>
              <a:rPr lang="en-US" altLang="zh-CN"/>
              <a:t>I0.2 </a:t>
            </a:r>
            <a:r>
              <a:rPr lang="zh-CN" altLang="en-US"/>
              <a:t>就是 </a:t>
            </a:r>
            <a:r>
              <a:rPr lang="en-US" altLang="zh-CN"/>
              <a:t>KM2 </a:t>
            </a:r>
            <a:r>
              <a:rPr lang="zh-CN" altLang="en-US"/>
              <a:t>互锁触点的软件化身。软件互锁快、硬件互锁可靠，两个都要</a:t>
            </a:r>
            <a:r>
              <a:rPr lang="en-US" altLang="zh-CN"/>
              <a:t>——</a:t>
            </a:r>
            <a:r>
              <a:rPr lang="zh-CN" altLang="en-US"/>
              <a:t>这就是「双重」。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流程页快速过（</a:t>
            </a:r>
            <a:r>
              <a:rPr lang="en-US" altLang="zh-CN"/>
              <a:t>30 </a:t>
            </a:r>
            <a:r>
              <a:rPr lang="zh-CN" altLang="en-US"/>
              <a:t>秒内），让学生对时间分配有数即可，不逐条讲。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【8min】</a:t>
            </a:r>
            <a:r>
              <a:rPr lang="zh-CN" altLang="en-US"/>
              <a:t>宣读实训安全规程：断电挂牌、无电验电、按图接线、教师验收、空载试车五步 ｜ 意图：安全红线先于一切操作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【17min】</a:t>
            </a:r>
            <a:r>
              <a:rPr lang="zh-CN" altLang="en-US"/>
              <a:t>分析接触器互锁与按钮互锁电路，强调相间短路的危害 ｜ 意图：安全红线教育融入原理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【25min】</a:t>
            </a:r>
            <a:r>
              <a:rPr lang="zh-CN" altLang="en-US"/>
              <a:t>示范双重互锁梯形图编程，讲解置位复位指令应用 ｜ 意图：软硬件对照突破重难点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【30min】</a:t>
            </a:r>
            <a:r>
              <a:rPr lang="zh-CN" altLang="en-US"/>
              <a:t>指导按图接线（先断电），监督上电调试流程与故障排查方法 ｜ 意图：理实一体强化规范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【10min】</a:t>
            </a:r>
            <a:r>
              <a:rPr lang="zh-CN" altLang="en-US"/>
              <a:t>总结双重互锁要点，布置延展任务（星三角降压启动） ｜ 意图：闭环管理，任务延伸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作业读一遍要求即可。实训类作业强调提交格式（截图</a:t>
            </a:r>
            <a:r>
              <a:rPr lang="en-US" altLang="zh-CN"/>
              <a:t>/</a:t>
            </a:r>
            <a:r>
              <a:rPr lang="zh-CN" altLang="en-US"/>
              <a:t>工程文件）。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收尾 </a:t>
            </a:r>
            <a:r>
              <a:rPr lang="en-US" altLang="zh-CN"/>
              <a:t>1 </a:t>
            </a:r>
            <a:r>
              <a:rPr lang="zh-CN" altLang="en-US"/>
              <a:t>分钟：念一遍这句主线话，预告下节课标题，布置作业。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 1 分钟：念一遍这句主线话，预告下节课标题，布置作业。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三相异步电动机正反转的PLC控制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PLC应用技术 · 项目三 电动机控制 · 智备教案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9A341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三相异步电动机正反转的PLC控制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PLC应用技术 · 项目三 电动机控制 ｜ 2课时（90分钟）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9A341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A3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安全交底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2880360"/>
            <a:ext cx="1280160" cy="64008"/>
          </a:xfrm>
          <a:prstGeom prst="rect">
            <a:avLst/>
          </a:prstGeom>
          <a:solidFill>
            <a:srgbClr val="9A341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71600"/>
            <a:ext cx="786384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3662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5-1 实训安全五步流程（S7-1200 台位）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断电 · 验电 · 接线 · 验收 · 试车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这节课学什么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知识：掌握接触器互锁与按钮互锁的电气原理，理解软件互锁与硬件互锁双重保护的必要性。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能力：能独立完成正反转控制梯形图编程、外部接线与联机调试，会排查常见故障。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素养：树立电气安全红线意识，养成先断电后接线的规范操作习惯。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71600"/>
            <a:ext cx="786384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3662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5-2 接触器互锁正反转电路（双重互锁）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主电路与控制电路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71600"/>
            <a:ext cx="786384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3662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5-3 S7-1200 LAD 网络 1 / 网络 2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梯形图：软件互锁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课堂流程（90 分钟）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8′ 安全交底：宣读实训安全规程：断电挂牌、无电验电、按图接线、教师验收、空载试车五步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17′ 原理分析：分析接触器互锁与按钮互锁电路，强调相间短路的危害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25′ 梯形图设计：示范双重互锁梯形图编程，讲解置位复位指令应用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30′ 接线与调试：指导按图接线（先断电），监督上电调试流程与故障排查方法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10′ 小结作业：总结双重互锁要点，布置延展任务（星三角降压启动）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安全交底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分钟 ｜ 意图：安全红线先于一切操作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教师：宣读实训安全规程：断电挂牌、无电验电、按图接线、教师验收、空载试车五步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学生：逐条复述，签安全确认单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原理分析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分钟 ｜ 意图：安全红线教育融入原理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教师：分析接触器互锁与按钮互锁电路，强调相间短路的危害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学生：对照原理图分析触点动作时序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梯形图设计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分钟 ｜ 意图：软硬件对照突破重难点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教师：示范双重互锁梯形图编程，讲解置位复位指令应用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学生：在编程软件中同步完成程序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接线与调试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分钟 ｜ 意图：理实一体强化规范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教师：指导按图接线（先断电），监督上电调试流程与故障排查方法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学生：分组接线、空载调试、记录数据、轮换操作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小结作业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分钟 ｜ 意图：闭环管理，任务延伸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教师：总结双重互锁要点，布置延展任务（星三角降压启动）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学生：清理工位，记录作业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课后任务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基础题：绘制带双重互锁的梯形图并标注触点；实训报告：整理调试数据与故障排查记录；预习：星三角降压启动控制。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提交：学习平台线上提交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截止：本周日 22:00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73152" cy="1463040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737360"/>
            <a:ext cx="7543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先断电，后接线；互锁不到位，坚决不合闸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3291840"/>
            <a:ext cx="7543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PLC应用技术 · 三相异步电动机正反转的PLC控制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870</Words>
  <Application>Microsoft Office PowerPoint</Application>
  <PresentationFormat>全屏显示(16:9)</PresentationFormat>
  <Paragraphs>77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Arial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三相异步电动机正反转的PLC控制</dc:title>
  <dc:subject>PptxGenJS Presentation</dc:subject>
  <dc:creator>智备教案</dc:creator>
  <cp:lastModifiedBy>uiwe uiwe</cp:lastModifiedBy>
  <cp:revision>2</cp:revision>
  <dcterms:created xsi:type="dcterms:W3CDTF">2026-09-02T11:12:22Z</dcterms:created>
  <dcterms:modified xsi:type="dcterms:W3CDTF">2026-09-02T11:12:27Z</dcterms:modified>
</cp:coreProperties>
</file>