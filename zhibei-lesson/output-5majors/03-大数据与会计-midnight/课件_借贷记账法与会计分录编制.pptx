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992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 </a:t>
            </a:r>
            <a:r>
              <a:rPr lang="en-US" altLang="zh-CN"/>
              <a:t>30 </a:t>
            </a:r>
            <a:r>
              <a:rPr lang="zh-CN" altLang="en-US"/>
              <a:t>秒：报课程名与本次课题，说明这节课「学完能做什么」。不展开讲，直接进下一页。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让学生用上节课的单式记账试着记</a:t>
            </a:r>
            <a:r>
              <a:rPr lang="en-US" altLang="zh-CN"/>
              <a:t>——</a:t>
            </a:r>
            <a:r>
              <a:rPr lang="zh-CN" altLang="en-US"/>
              <a:t>记了设备忘了欠款，账不平。认知冲突就出来了：一笔业务要记两处。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三维目标各念一遍，重点落在「能力」行</a:t>
            </a:r>
            <a:r>
              <a:rPr lang="en-US" altLang="zh-CN"/>
              <a:t>——</a:t>
            </a:r>
            <a:r>
              <a:rPr lang="zh-CN" altLang="en-US"/>
              <a:t>告诉学生下课前每人都要过这一关。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发 </a:t>
            </a:r>
            <a:r>
              <a:rPr lang="en-US" altLang="zh-CN"/>
              <a:t>T </a:t>
            </a:r>
            <a:r>
              <a:rPr lang="zh-CN" altLang="en-US"/>
              <a:t>型教具。全班齐读两遍口诀「借增贷减是资产，负债权益正相反」。然后抽问：应付账款增加记哪方？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回到开场那笔 </a:t>
            </a:r>
            <a:r>
              <a:rPr lang="en-US" altLang="zh-CN"/>
              <a:t>50 </a:t>
            </a:r>
            <a:r>
              <a:rPr lang="zh-CN" altLang="en-US"/>
              <a:t>万设备：现在按三步走重新记一遍。学生自己写出分录后，再翻下一页对答案。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借方 </a:t>
            </a:r>
            <a:r>
              <a:rPr lang="en-US" altLang="zh-CN"/>
              <a:t>96 </a:t>
            </a:r>
            <a:r>
              <a:rPr lang="zh-CN" altLang="en-US"/>
              <a:t>万 ≠ 贷方 </a:t>
            </a:r>
            <a:r>
              <a:rPr lang="en-US" altLang="zh-CN"/>
              <a:t>205.6 </a:t>
            </a:r>
            <a:r>
              <a:rPr lang="zh-CN" altLang="en-US"/>
              <a:t>万</a:t>
            </a:r>
            <a:r>
              <a:rPr lang="en-US" altLang="zh-CN"/>
              <a:t>——</a:t>
            </a:r>
            <a:r>
              <a:rPr lang="zh-CN" altLang="en-US"/>
              <a:t>表里藏了一笔错账。给 </a:t>
            </a:r>
            <a:r>
              <a:rPr lang="en-US" altLang="zh-CN"/>
              <a:t>3 </a:t>
            </a:r>
            <a:r>
              <a:rPr lang="zh-CN" altLang="en-US"/>
              <a:t>分钟小组找错（提示：找借贷方向记反的那笔）。找到的小组加平时分。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流程页快速过（</a:t>
            </a:r>
            <a:r>
              <a:rPr lang="en-US" altLang="zh-CN"/>
              <a:t>30 </a:t>
            </a:r>
            <a:r>
              <a:rPr lang="zh-CN" altLang="en-US"/>
              <a:t>秒内），让学生对时间分配有数即可，不逐条讲。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【5min】</a:t>
            </a:r>
            <a:r>
              <a:rPr lang="zh-CN" altLang="en-US"/>
              <a:t>情境导入：企业购入设备</a:t>
            </a:r>
            <a:r>
              <a:rPr lang="en-US" altLang="zh-CN"/>
              <a:t>50</a:t>
            </a:r>
            <a:r>
              <a:rPr lang="zh-CN" altLang="en-US"/>
              <a:t>万元未付款，如何记录？ ｜ 意图：认知冲突引出复式记账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【30min】</a:t>
            </a:r>
            <a:r>
              <a:rPr lang="zh-CN" altLang="en-US"/>
              <a:t>讲解会计恒等式、五类账户的</a:t>
            </a:r>
            <a:r>
              <a:rPr lang="en-US" altLang="zh-CN"/>
              <a:t>T</a:t>
            </a:r>
            <a:r>
              <a:rPr lang="zh-CN" altLang="en-US"/>
              <a:t>型结构、借贷记账规则 ｜ 意图：结构化建立账户模型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【20min】</a:t>
            </a:r>
            <a:r>
              <a:rPr lang="zh-CN" altLang="en-US"/>
              <a:t>板演</a:t>
            </a:r>
            <a:r>
              <a:rPr lang="en-US" altLang="zh-CN"/>
              <a:t>3</a:t>
            </a:r>
            <a:r>
              <a:rPr lang="zh-CN" altLang="en-US"/>
              <a:t>笔典型业务分录（筹资</a:t>
            </a:r>
            <a:r>
              <a:rPr lang="en-US" altLang="zh-CN"/>
              <a:t>/</a:t>
            </a:r>
            <a:r>
              <a:rPr lang="zh-CN" altLang="en-US"/>
              <a:t>购料</a:t>
            </a:r>
            <a:r>
              <a:rPr lang="en-US" altLang="zh-CN"/>
              <a:t>/</a:t>
            </a:r>
            <a:r>
              <a:rPr lang="zh-CN" altLang="en-US"/>
              <a:t>销售），归纳「三步走」编制法 ｜ 意图：示范规范突破重难点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【25min】</a:t>
            </a:r>
            <a:r>
              <a:rPr lang="zh-CN" altLang="en-US"/>
              <a:t>发放</a:t>
            </a:r>
            <a:r>
              <a:rPr lang="en-US" altLang="zh-CN"/>
              <a:t>10</a:t>
            </a:r>
            <a:r>
              <a:rPr lang="zh-CN" altLang="en-US"/>
              <a:t>笔业务案例卡，巡回指导，组织试算平衡表编制 ｜ 意图：高强度练习形成技能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【10min】</a:t>
            </a:r>
            <a:r>
              <a:rPr lang="zh-CN" altLang="en-US"/>
              <a:t>梳理账户方向口诀，强调诚信底线，布置作业 ｜ 意图：价值引领与知识闭环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作业读一遍要求即可。实训类作业强调提交格式（截图</a:t>
            </a:r>
            <a:r>
              <a:rPr lang="en-US" altLang="zh-CN"/>
              <a:t>/</a:t>
            </a:r>
            <a:r>
              <a:rPr lang="zh-CN" altLang="en-US"/>
              <a:t>工程文件）。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收尾 </a:t>
            </a:r>
            <a:r>
              <a:rPr lang="en-US" altLang="zh-CN"/>
              <a:t>1 </a:t>
            </a:r>
            <a:r>
              <a:rPr lang="zh-CN" altLang="en-US"/>
              <a:t>分钟：念一遍这句主线话，预告下节课标题，布置作业。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 1 分钟：念一遍这句主线话，预告下节课标题，布置作业。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借贷记账法与会计分录编制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基础会计 · 第四章 复式记账 · 智备教案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借贷记账法与会计分录编制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基础会计 · 第四章 复式记账 ｜ 2课时（90分钟）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一笔业务引出的问题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2880360"/>
            <a:ext cx="1280160" cy="6400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这节课学什么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知识：掌握资产、负债、所有者权益类账户的借贷结构，理解「有借必有贷、借贷必相等」记账规则。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能力：能对常见经济业务独立编制会计分录，会编制试算平衡表并检查平衡。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素养：培育诚信为本、不做假账的会计职业道德底线。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371600"/>
            <a:ext cx="7863840" cy="285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3662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 4-1 借贷方向速查（方向判断是难点）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五类账户 T 型结构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371600"/>
            <a:ext cx="7863840" cy="285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3662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4-1 定科目 → 辨方向 → 配金额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分录三步走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heel spokes="8"/>
      </p:transition>
    </mc:Choice>
    <mc:Fallback>
      <p:transition spd="med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371600"/>
            <a:ext cx="7863840" cy="285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3662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 4-2 本期发生额（课堂实训数据）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试算平衡表（含一处错账）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课堂流程（90 分钟）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5′ 导入新课：情境导入：企业购入设备50万元未付款，如何记录？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30′ 新课讲授：讲解会计恒等式、五类账户的T型结构、借贷记账规则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20′ 例题演示：板演3笔典型业务分录（筹资/购料/销售），归纳「三步走」编制法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25′ 业务实训：发放10笔业务案例卡，巡回指导，组织试算平衡表编制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10′ 小结作业：梳理账户方向口诀，强调诚信底线，布置作业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导入新课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分钟 ｜ 意图：认知冲突引出复式记账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教师：情境导入：企业购入设备50万元未付款，如何记录？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学生：讨论思考单式记账的局限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新课讲授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分钟 ｜ 意图：结构化建立账户模型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教师：讲解会计恒等式、五类账户的T型结构、借贷记账规则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学生：用T型教具演练账户增减方向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例题演示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分钟 ｜ 意图：示范规范突破重难点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教师：板演3笔典型业务分录（筹资/购料/销售），归纳「三步走」编制法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学生：同步演练，互查借贷方向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业务实训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分钟 ｜ 意图：高强度练习形成技能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教师：发放10笔业务案例卡，巡回指导，组织试算平衡表编制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学生：独立编制分录，小组核对平衡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heel spokes="8"/>
      </p:transition>
    </mc:Choice>
    <mc:Fallback>
      <p:transition spd="med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小结作业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分钟 ｜ 意图：价值引领与知识闭环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教师：梳理账户方向口诀，强调诚信底线，布置作业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学生：总结口诀，记录作业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课后任务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基础题：完成教材习题10笔业务分录；拓展题：编制本期发生额试算平衡表；预习：期间费用的核算。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提交：学习平台线上提交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截止：本周日 22:00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737360"/>
            <a:ext cx="73152" cy="146304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960120" y="1737360"/>
            <a:ext cx="7543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有借必有贷，借贷必相等 —— 两百年未破的平衡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3291840"/>
            <a:ext cx="7543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基础会计 · 借贷记账法与会计分录编制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866</Words>
  <Application>Microsoft Office PowerPoint</Application>
  <PresentationFormat>全屏显示(16:9)</PresentationFormat>
  <Paragraphs>77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借贷记账法与会计分录编制</dc:title>
  <dc:subject>PptxGenJS Presentation</dc:subject>
  <dc:creator>智备教案</dc:creator>
  <cp:lastModifiedBy>uiwe uiwe</cp:lastModifiedBy>
  <cp:revision>2</cp:revision>
  <dcterms:created xsi:type="dcterms:W3CDTF">2026-09-02T11:12:29Z</dcterms:created>
  <dcterms:modified xsi:type="dcterms:W3CDTF">2026-09-02T11:12:35Z</dcterms:modified>
</cp:coreProperties>
</file>