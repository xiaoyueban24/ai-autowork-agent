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543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 </a:t>
            </a:r>
            <a:r>
              <a:rPr lang="en-US" altLang="zh-CN"/>
              <a:t>30 </a:t>
            </a:r>
            <a:r>
              <a:rPr lang="zh-CN" altLang="en-US"/>
              <a:t>秒：报课程名与本次课题，说明这节课「学完能做什么」。不展开讲，直接进下一页。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三维目标各念一遍，重点落在「能力」行</a:t>
            </a:r>
            <a:r>
              <a:rPr lang="en-US" altLang="zh-CN"/>
              <a:t>——</a:t>
            </a:r>
            <a:r>
              <a:rPr lang="zh-CN" altLang="en-US"/>
              <a:t>告诉学生下课前每人都要过这一关。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让学生拿出笔，把 </a:t>
            </a:r>
            <a:r>
              <a:rPr lang="en-US" altLang="zh-CN"/>
              <a:t>A/B/C </a:t>
            </a:r>
            <a:r>
              <a:rPr lang="zh-CN" altLang="en-US"/>
              <a:t>三行抄进笔记本</a:t>
            </a:r>
            <a:r>
              <a:rPr lang="en-US" altLang="zh-CN"/>
              <a:t>——</a:t>
            </a:r>
            <a:r>
              <a:rPr lang="zh-CN" altLang="en-US"/>
              <a:t>这三行是后面所有计算的入口。提醒 </a:t>
            </a:r>
            <a:r>
              <a:rPr lang="en-US" altLang="zh-CN"/>
              <a:t>B </a:t>
            </a:r>
            <a:r>
              <a:rPr lang="zh-CN" altLang="en-US"/>
              <a:t>类从 </a:t>
            </a:r>
            <a:r>
              <a:rPr lang="en-US" altLang="zh-CN"/>
              <a:t>128 </a:t>
            </a:r>
            <a:r>
              <a:rPr lang="zh-CN" altLang="en-US"/>
              <a:t>开始、</a:t>
            </a:r>
            <a:r>
              <a:rPr lang="en-US" altLang="zh-CN"/>
              <a:t>127 </a:t>
            </a:r>
            <a:r>
              <a:rPr lang="zh-CN" altLang="en-US"/>
              <a:t>是回环保留。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按顺序点击展示，先给地图再上路。让学生抄下框架</a:t>
            </a:r>
            <a:r>
              <a:rPr lang="en-US" altLang="zh-CN"/>
              <a:t>——</a:t>
            </a:r>
            <a:r>
              <a:rPr lang="zh-CN" altLang="en-US"/>
              <a:t>这就是笔记的骨架。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只讲难点怎么破：告诉学生后面第几张图会专门拆解它，先安下心。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先遮住第三行让学生口算：</a:t>
            </a:r>
            <a:r>
              <a:rPr lang="en-US" altLang="zh-CN"/>
              <a:t>130 AND 192 = 128</a:t>
            </a:r>
            <a:r>
              <a:rPr lang="zh-CN" altLang="en-US"/>
              <a:t>。强调「掩码 </a:t>
            </a:r>
            <a:r>
              <a:rPr lang="en-US" altLang="zh-CN"/>
              <a:t>1 </a:t>
            </a:r>
            <a:r>
              <a:rPr lang="zh-CN" altLang="en-US"/>
              <a:t>的位照抄、</a:t>
            </a:r>
            <a:r>
              <a:rPr lang="en-US" altLang="zh-CN"/>
              <a:t>0 </a:t>
            </a:r>
            <a:r>
              <a:rPr lang="zh-CN" altLang="en-US"/>
              <a:t>的位清零」，这句话记住，与运算就通了。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带学生数块：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64</a:t>
            </a:r>
            <a:r>
              <a:rPr lang="zh-CN" altLang="en-US"/>
              <a:t>、</a:t>
            </a:r>
            <a:r>
              <a:rPr lang="en-US" altLang="zh-CN"/>
              <a:t>128</a:t>
            </a:r>
            <a:r>
              <a:rPr lang="zh-CN" altLang="en-US"/>
              <a:t>、</a:t>
            </a:r>
            <a:r>
              <a:rPr lang="en-US" altLang="zh-CN"/>
              <a:t>192 </a:t>
            </a:r>
            <a:r>
              <a:rPr lang="zh-CN" altLang="en-US"/>
              <a:t>四个起点，正好是掩码 </a:t>
            </a:r>
            <a:r>
              <a:rPr lang="en-US" altLang="zh-CN"/>
              <a:t>192 </a:t>
            </a:r>
            <a:r>
              <a:rPr lang="zh-CN" altLang="en-US"/>
              <a:t>的「块大小」。随后布置三部门任务，此图留屏 </a:t>
            </a:r>
            <a:r>
              <a:rPr lang="en-US" altLang="zh-CN"/>
              <a:t>2 </a:t>
            </a:r>
            <a:r>
              <a:rPr lang="zh-CN" altLang="en-US"/>
              <a:t>分钟供对照。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流程页快速过（</a:t>
            </a:r>
            <a:r>
              <a:rPr lang="en-US" altLang="zh-CN"/>
              <a:t>30 </a:t>
            </a:r>
            <a:r>
              <a:rPr lang="zh-CN" altLang="en-US"/>
              <a:t>秒内），让学生对时间分配有数即可，不逐条讲。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【5min】</a:t>
            </a:r>
            <a:r>
              <a:rPr lang="zh-CN" altLang="en-US"/>
              <a:t>情境导入：销售部</a:t>
            </a:r>
            <a:r>
              <a:rPr lang="en-US" altLang="zh-CN"/>
              <a:t>100</a:t>
            </a:r>
            <a:r>
              <a:rPr lang="zh-CN" altLang="en-US"/>
              <a:t>人、技术部</a:t>
            </a:r>
            <a:r>
              <a:rPr lang="en-US" altLang="zh-CN"/>
              <a:t>50</a:t>
            </a:r>
            <a:r>
              <a:rPr lang="zh-CN" altLang="en-US"/>
              <a:t>人需隔离组网，如何分配地址？ ｜ 意图：真实岗位情境激发学习动机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【30min】</a:t>
            </a:r>
            <a:r>
              <a:rPr lang="zh-CN" altLang="en-US"/>
              <a:t>讲解</a:t>
            </a:r>
            <a:r>
              <a:rPr lang="en-US" altLang="zh-CN"/>
              <a:t>IP</a:t>
            </a:r>
            <a:r>
              <a:rPr lang="zh-CN" altLang="en-US"/>
              <a:t>地址结构、</a:t>
            </a:r>
            <a:r>
              <a:rPr lang="en-US" altLang="zh-CN"/>
              <a:t>A/B/C</a:t>
            </a:r>
            <a:r>
              <a:rPr lang="zh-CN" altLang="en-US"/>
              <a:t>类范围、子网掩码与网络地址的与运算关系 ｜ 意图：由浅入深建立概念框架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【20min】</a:t>
            </a:r>
            <a:r>
              <a:rPr lang="zh-CN" altLang="en-US"/>
              <a:t>板演</a:t>
            </a:r>
            <a:r>
              <a:rPr lang="en-US" altLang="zh-CN"/>
              <a:t>192.168.1.0/24</a:t>
            </a:r>
            <a:r>
              <a:rPr lang="zh-CN" altLang="en-US"/>
              <a:t>划分</a:t>
            </a:r>
            <a:r>
              <a:rPr lang="en-US" altLang="zh-CN"/>
              <a:t>4</a:t>
            </a:r>
            <a:r>
              <a:rPr lang="zh-CN" altLang="en-US"/>
              <a:t>个子网的全过程，强调块大小计算 ｜ 意图：示范计算范式突破重难点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【25min】</a:t>
            </a:r>
            <a:r>
              <a:rPr lang="zh-CN" altLang="en-US"/>
              <a:t>布置任务：按三个部门人数规划子网，巡回指导纠错 ｜ 意图：即时检测，学以致用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【10min】</a:t>
            </a:r>
            <a:r>
              <a:rPr lang="zh-CN" altLang="en-US"/>
              <a:t>梳理「需求→借位→掩码→范围」四步法，布置作业 ｜ 意图：形成结构化记忆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作业读一遍要求即可。实训类作业强调提交格式（截图</a:t>
            </a:r>
            <a:r>
              <a:rPr lang="en-US" altLang="zh-CN"/>
              <a:t>/</a:t>
            </a:r>
            <a:r>
              <a:rPr lang="zh-CN" altLang="en-US"/>
              <a:t>工程文件）。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收尾 </a:t>
            </a:r>
            <a:r>
              <a:rPr lang="en-US" altLang="zh-CN"/>
              <a:t>1 </a:t>
            </a:r>
            <a:r>
              <a:rPr lang="zh-CN" altLang="en-US"/>
              <a:t>分钟：念一遍这句主线话，预告下节课标题，布置作业。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1 分钟：念一遍这句主线话，预告下节课标题，布置作业。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IP地址与子网划分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计算机网络基础 · 第3章 网络层 · 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IP地址与子网划分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计算机网络基础 · 第3章 网络层 ｜ 2课时（90分钟）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这节课学什么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知识：掌握IPv4地址点分十进制表示与A/B/C类地址范围，理解子网掩码的作用，掌握等长子网划分的计算步骤。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能力：能根据部门主机数需求完成子网规划，正确计算网络地址、广播地址与可用主机范围。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素养：养成严谨的计算习惯与网络工程规范意识。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3-1 首字节判断类别（民用 A/B/C）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五类地址范围速查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IP地址的结构与分类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子网掩码与网络地址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等长子网划分方法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CIDR无类别编址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 · 难点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重点：子网掩码的作用与等长子网划分的计算方法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难点：借位后网络位与主机位的划分理解及广播地址计算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3-2 IP AND 掩码 = 网络地址（/26 例）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难点突破：按位与求网络地址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3-3 192.168.1.0/24 → 4 × /26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等长子网划分全景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课堂流程（90 分钟）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5′ 导入新课：情境导入：销售部100人、技术部50人需隔离组网，如何分配地址？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30′ 新课讲授：讲解IP地址结构、A/B/C类范围、子网掩码与网络地址的与运算关系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20′ 例题演示：板演192.168.1.0/24划分4个子网的全过程，强调块大小计算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25′ 分层实训：布置任务：按三个部门人数规划子网，巡回指导纠错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10′ 小结作业：梳理「需求→借位→掩码→范围」四步法，布置作业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导入新课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分钟 ｜ 意图：真实岗位情境激发学习动机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教师：情境导入：销售部100人、技术部50人需隔离组网，如何分配地址？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学生：思考讨论，提出初步方案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新课讲授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分钟 ｜ 意图：由浅入深建立概念框架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教师：讲解IP地址结构、A/B/C类范围、子网掩码与网络地址的与运算关系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学生：听讲记笔记，完成随堂判断练习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例题演示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分钟 ｜ 意图：示范计算范式突破重难点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教师：板演192.168.1.0/24划分4个子网的全过程，强调块大小计算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学生：跟随演算，记录计算模板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分层实训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分钟 ｜ 意图：即时检测，学以致用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教师：布置任务：按三个部门人数规划子网，巡回指导纠错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学生：在eNSP中配置验证，互评互纠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小结作业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 ｜ 意图：形成结构化记忆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教师：梳理「需求→借位→掩码→范围」四步法，布置作业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学生：回顾总结，记录作业要求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基础题：将10.0.0.0/8划分为容纳1000台主机的子网；实训题：在eNSP完成三部门组网并截图；预习：路由器基本配置。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截止：本周日 22:00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 → 借位 → 掩码 → 范围，四步之内必有答案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329184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计算机网络基础 · IP地址与子网划分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968</Words>
  <Application>Microsoft Office PowerPoint</Application>
  <PresentationFormat>全屏显示(16:9)</PresentationFormat>
  <Paragraphs>86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IP地址与子网划分</dc:title>
  <dc:subject>PptxGenJS Presentation</dc:subject>
  <dc:creator>智备教案</dc:creator>
  <cp:lastModifiedBy>uiwe uiwe</cp:lastModifiedBy>
  <cp:revision>2</cp:revision>
  <dcterms:created xsi:type="dcterms:W3CDTF">2026-09-02T11:12:14Z</dcterms:created>
  <dcterms:modified xsi:type="dcterms:W3CDTF">2026-09-02T11:12:19Z</dcterms:modified>
</cp:coreProperties>
</file>