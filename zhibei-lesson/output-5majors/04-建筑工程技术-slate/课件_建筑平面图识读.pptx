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620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601123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开场 </a:t>
            </a:r>
            <a:r>
              <a:rPr lang="en-US" altLang="zh-CN"/>
              <a:t>30 </a:t>
            </a:r>
            <a:r>
              <a:rPr lang="zh-CN" altLang="en-US"/>
              <a:t>秒：报课程名与本次课题，说明这节课「学完能做什么」。不展开讲，直接进下一页。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把硫酸纸图纸发下去（每组一张）。今天不投影仪讲，讲完直接在图上找答案。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三维目标各念一遍，重点落在「能力」行</a:t>
            </a:r>
            <a:r>
              <a:rPr lang="en-US" altLang="zh-CN"/>
              <a:t>——</a:t>
            </a:r>
            <a:r>
              <a:rPr lang="zh-CN" altLang="en-US"/>
              <a:t>告诉学生下课前每人都要过这一关。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对照图例表，在发下去的蓝图上找：三处门、两处窗、一组楼梯。第一个找到的小组举手示意。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带读顺序：先轴网（①</a:t>
            </a:r>
            <a:r>
              <a:rPr lang="en-US" altLang="zh-CN"/>
              <a:t>–④ </a:t>
            </a:r>
            <a:r>
              <a:rPr lang="zh-CN" altLang="en-US"/>
              <a:t>横向、</a:t>
            </a:r>
            <a:r>
              <a:rPr lang="en-US" altLang="zh-CN"/>
              <a:t>A–C </a:t>
            </a:r>
            <a:r>
              <a:rPr lang="zh-CN" altLang="en-US"/>
              <a:t>竖向），再墙厚，再门窗编号，最后三道尺寸由内向外。这个顺序就是识图口诀。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流程页快速过（</a:t>
            </a:r>
            <a:r>
              <a:rPr lang="en-US" altLang="zh-CN"/>
              <a:t>30 </a:t>
            </a:r>
            <a:r>
              <a:rPr lang="zh-CN" altLang="en-US"/>
              <a:t>秒内），让学生对时间分配有数即可，不逐条讲。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【5min】</a:t>
            </a:r>
            <a:r>
              <a:rPr lang="zh-CN" altLang="en-US"/>
              <a:t>展示售楼处户型图与施工图对比，提问：图纸如何传达建造信息？ ｜ 意图：生活情境引入专业视角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【25min】</a:t>
            </a:r>
            <a:r>
              <a:rPr lang="zh-CN" altLang="en-US"/>
              <a:t>讲解墙体、门窗、楼梯图例及定位轴线编号规则（数字</a:t>
            </a:r>
            <a:r>
              <a:rPr lang="en-US" altLang="zh-CN"/>
              <a:t>/</a:t>
            </a:r>
            <a:r>
              <a:rPr lang="zh-CN" altLang="en-US"/>
              <a:t>字母） ｜ 意图：建立识图符号系统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【25min】</a:t>
            </a:r>
            <a:r>
              <a:rPr lang="zh-CN" altLang="en-US"/>
              <a:t>带领识读宿舍楼首层平面图，示范三道尺寸线逐级读取方法 ｜ 意图：真实图纸训练综合识读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【25min】</a:t>
            </a:r>
            <a:r>
              <a:rPr lang="zh-CN" altLang="en-US"/>
              <a:t>布置局部平面图抄绘任务，强调线型分级与轴线圆圈规范 ｜ 意图：以绘促读强化规范意识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【10min】</a:t>
            </a:r>
            <a:r>
              <a:rPr lang="zh-CN" altLang="en-US"/>
              <a:t>总结识图四要素，布置立面图预习任务 ｜ 意图：识图能力逐层递进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作业读一遍要求即可。实训类作业强调提交格式（截图</a:t>
            </a:r>
            <a:r>
              <a:rPr lang="en-US" altLang="zh-CN"/>
              <a:t>/</a:t>
            </a:r>
            <a:r>
              <a:rPr lang="zh-CN" altLang="en-US"/>
              <a:t>工程文件）。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收尾 </a:t>
            </a:r>
            <a:r>
              <a:rPr lang="en-US" altLang="zh-CN"/>
              <a:t>1 </a:t>
            </a:r>
            <a:r>
              <a:rPr lang="zh-CN" altLang="en-US"/>
              <a:t>分钟：念一遍这句主线话，预告下节课标题，布置作业。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收尾 1 分钟：念一遍这句主线话，预告下节课标题，布置作业。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73736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建筑平面图识读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40080" y="269748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建筑识图与构造 · 第二章 建筑施工图识读 · 智备教案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40080" y="3246120"/>
            <a:ext cx="1097280" cy="54864"/>
          </a:xfrm>
          <a:prstGeom prst="rect">
            <a:avLst/>
          </a:prstGeom>
          <a:solidFill>
            <a:srgbClr val="475569"/>
          </a:solidFill>
          <a:ln/>
        </p:spPr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>
        <p:cut/>
      </p:transition>
    </mc:Choice>
    <mc:Fallback>
      <p:transition spd="med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73736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建筑平面图识读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40080" y="269748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建筑识图与构造 · 第二章 建筑施工图识读 ｜ 2课时（90分钟）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40080" y="3246120"/>
            <a:ext cx="1097280" cy="54864"/>
          </a:xfrm>
          <a:prstGeom prst="rect">
            <a:avLst/>
          </a:prstGeom>
          <a:solidFill>
            <a:srgbClr val="475569"/>
          </a:solidFill>
          <a:ln/>
        </p:spPr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>
        <p:circle/>
      </p:transition>
    </mc:Choice>
    <mc:Fallback>
      <p:transition spd="med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01168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从一张蓝图开始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2880360"/>
            <a:ext cx="1280160" cy="64008"/>
          </a:xfrm>
          <a:prstGeom prst="rect">
            <a:avLst/>
          </a:prstGeom>
          <a:solidFill>
            <a:srgbClr val="475569"/>
          </a:solidFill>
          <a:ln/>
        </p:spPr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>
        <p:diamond/>
      </p:transition>
    </mc:Choice>
    <mc:Fallback>
      <p:transition spd="med">
        <p:diamond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这节课学什么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7863840" cy="32232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知识：掌握建筑平面图的形成原理与常用图例，理解定位轴线编号规则与三道尺寸线的含义。</a:t>
            </a:r>
            <a:endParaRPr lang="en-US" sz="1800" dirty="0"/>
          </a:p>
          <a:p>
            <a:pPr marL="228600" indent="-2286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能力：能独立识读宿舍楼首层平面图，准确说出房间功能、开间进深与门窗位置。</a:t>
            </a:r>
            <a:endParaRPr lang="en-US" sz="1800" dirty="0"/>
          </a:p>
          <a:p>
            <a:pPr marL="228600" indent="-2286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素养：培养精益求精的工匠精神与图面表达的规范意识。</a:t>
            </a:r>
            <a:endParaRPr lang="en-US" sz="18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>
        <p:comb dir="vert"/>
      </p:transition>
    </mc:Choice>
    <mc:Fallback>
      <p:transition spd="med">
        <p:comb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40080" y="1371600"/>
            <a:ext cx="7863840" cy="2857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436626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图 2-1 常用图例（GB/T 50104）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640080" y="54864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先认符号，再读图</a:t>
            </a:r>
            <a:endParaRPr lang="en-US" sz="26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>
        <p:wedge/>
      </p:transition>
    </mc:Choice>
    <mc:Fallback>
      <p:transition spd="med">
        <p:wedg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8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40080" y="1371600"/>
            <a:ext cx="7863840" cy="2857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436626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图 2-2 标准层局部平面（轴线 ①–④ / A–C）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640080" y="54864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平面图识读示范</a:t>
            </a:r>
            <a:endParaRPr lang="en-US" sz="26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>
        <p:wheel spokes="8"/>
      </p:transition>
    </mc:Choice>
    <mc:Fallback>
      <p:transition spd="med">
        <p:wheel spokes="8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课堂流程（90 分钟）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7863840" cy="32232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5′ 导入新课：展示售楼处户型图与施工图对比，提问：图纸如何传达建造信息？</a:t>
            </a:r>
            <a:endParaRPr lang="en-US" sz="1800" dirty="0"/>
          </a:p>
          <a:p>
            <a:pPr marL="228600" indent="-2286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25′ 图例讲解：讲解墙体、门窗、楼梯图例及定位轴线编号规则（数字/字母）</a:t>
            </a:r>
            <a:endParaRPr lang="en-US" sz="1800" dirty="0"/>
          </a:p>
          <a:p>
            <a:pPr marL="228600" indent="-2286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25′ 实例识读：带领识读宿舍楼首层平面图，示范三道尺寸线逐级读取方法</a:t>
            </a:r>
            <a:endParaRPr lang="en-US" sz="1800" dirty="0"/>
          </a:p>
          <a:p>
            <a:pPr marL="228600" indent="-2286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25′ 抄绘实训：布置局部平面图抄绘任务，强调线型分级与轴线圆圈规范</a:t>
            </a:r>
            <a:endParaRPr lang="en-US" sz="1800" dirty="0"/>
          </a:p>
          <a:p>
            <a:pPr marL="228600" indent="-2286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10′ 小结作业：总结识图四要素，布置立面图预习任务</a:t>
            </a:r>
            <a:endParaRPr lang="en-US" sz="18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>
        <p:cut/>
      </p:transition>
    </mc:Choice>
    <mc:Fallback>
      <p:transition spd="med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导入新课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32588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分钟 ｜ 意图：生活情境引入专业视角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7863840" cy="27660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教师：展示售楼处户型图与施工图对比，提问：图纸如何传达建造信息？</a:t>
            </a:r>
            <a:endParaRPr lang="en-US" sz="1800" dirty="0"/>
          </a:p>
          <a:p>
            <a:pPr marL="228600" indent="-2286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学生：观察比较两种图纸差异</a:t>
            </a:r>
            <a:endParaRPr lang="en-US" sz="18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>
        <p:circle/>
      </p:transition>
    </mc:Choice>
    <mc:Fallback>
      <p:transition spd="med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图例讲解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32588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 分钟 ｜ 意图：建立识图符号系统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7863840" cy="27660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教师：讲解墙体、门窗、楼梯图例及定位轴线编号规则（数字/字母）</a:t>
            </a:r>
            <a:endParaRPr lang="en-US" sz="1800" dirty="0"/>
          </a:p>
          <a:p>
            <a:pPr marL="228600" indent="-2286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学生：对照图例表在图纸上查找标注</a:t>
            </a:r>
            <a:endParaRPr lang="en-US" sz="18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>
        <p:diamond/>
      </p:transition>
    </mc:Choice>
    <mc:Fallback>
      <p:transition spd="med">
        <p:diamond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实例识读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32588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 分钟 ｜ 意图：真实图纸训练综合识读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7863840" cy="27660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教师：带领识读宿舍楼首层平面图，示范三道尺寸线逐级读取方法</a:t>
            </a:r>
            <a:endParaRPr lang="en-US" sz="1800" dirty="0"/>
          </a:p>
          <a:p>
            <a:pPr marL="228600" indent="-2286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学生：分组跟读，回答房间功能与尺寸</a:t>
            </a:r>
            <a:endParaRPr lang="en-US" sz="18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>
        <p:comb dir="vert"/>
      </p:transition>
    </mc:Choice>
    <mc:Fallback>
      <p:transition spd="med">
        <p:comb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8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抄绘实训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32588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 分钟 ｜ 意图：以绘促读强化规范意识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7863840" cy="27660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教师：布置局部平面图抄绘任务，强调线型分级与轴线圆圈规范</a:t>
            </a:r>
            <a:endParaRPr lang="en-US" sz="1800" dirty="0"/>
          </a:p>
          <a:p>
            <a:pPr marL="228600" indent="-2286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学生：用CAD或手绘完成抄绘，互查规范</a:t>
            </a:r>
            <a:endParaRPr lang="en-US" sz="18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>
        <p:wedge/>
      </p:transition>
    </mc:Choice>
    <mc:Fallback>
      <p:transition spd="med">
        <p:wedg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8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小结作业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32588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分钟 ｜ 意图：识图能力逐层递进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7863840" cy="27660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教师：总结识图四要素，布置立面图预习任务</a:t>
            </a:r>
            <a:endParaRPr lang="en-US" sz="1800" dirty="0"/>
          </a:p>
          <a:p>
            <a:pPr marL="228600" indent="-2286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学生：梳理笔记，记录作业</a:t>
            </a:r>
            <a:endParaRPr lang="en-US" sz="18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>
        <p:wheel spokes="8"/>
      </p:transition>
    </mc:Choice>
    <mc:Fallback>
      <p:transition spd="med">
        <p:wheel spokes="8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课后任务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7863840" cy="32232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基础题：完成首层平面图识读记录表；实训题：抄绘标准层局部平面图（1:100）；预习：建筑立面图识读。</a:t>
            </a:r>
            <a:endParaRPr lang="en-US" sz="1800" dirty="0"/>
          </a:p>
          <a:p>
            <a:pPr marL="228600" indent="-2286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提交：学习平台线上提交</a:t>
            </a:r>
            <a:endParaRPr lang="en-US" sz="1800" dirty="0"/>
          </a:p>
          <a:p>
            <a:pPr marL="228600" indent="-2286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截止：本周日 22:00</a:t>
            </a:r>
            <a:endParaRPr lang="en-US" sz="18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>
        <p:cut/>
      </p:transition>
    </mc:Choice>
    <mc:Fallback>
      <p:transition spd="med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737360"/>
            <a:ext cx="73152" cy="1463040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3" name="Text 1"/>
          <p:cNvSpPr/>
          <p:nvPr/>
        </p:nvSpPr>
        <p:spPr>
          <a:xfrm>
            <a:off x="960120" y="1737360"/>
            <a:ext cx="7543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图例 → 轴线 → 尺寸 → 功能，四步读透一张图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960120" y="3291840"/>
            <a:ext cx="7543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建筑识图与构造 · 建筑平面图识读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>
        <p:circle/>
      </p:transition>
    </mc:Choice>
    <mc:Fallback>
      <p:transition spd="med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769</Words>
  <Application>Microsoft Office PowerPoint</Application>
  <PresentationFormat>全屏显示(16:9)</PresentationFormat>
  <Paragraphs>73</Paragraphs>
  <Slides>14</Slides>
  <Notes>14</Notes>
  <HiddenSlides>0</HiddenSlides>
  <MMClips>0</MMClips>
  <ScaleCrop>false</ScaleCrop>
  <HeadingPairs>
    <vt:vector size="6" baseType="variant">
      <vt:variant>
        <vt:lpstr>已用的字体</vt:lpstr>
      </vt:variant>
      <vt:variant>
        <vt:i4>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16" baseType="lpstr">
      <vt:lpstr>Arial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建筑平面图识读</dc:title>
  <dc:subject>PptxGenJS Presentation</dc:subject>
  <dc:creator>智备教案</dc:creator>
  <cp:lastModifiedBy>uiwe uiwe</cp:lastModifiedBy>
  <cp:revision>2</cp:revision>
  <dcterms:created xsi:type="dcterms:W3CDTF">2026-09-02T11:12:35Z</dcterms:created>
  <dcterms:modified xsi:type="dcterms:W3CDTF">2026-09-02T11:12:40Z</dcterms:modified>
</cp:coreProperties>
</file>