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524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981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896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计算机网络基础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914400" y="2400300"/>
            <a:ext cx="10363200" cy="1676400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735580"/>
            <a:ext cx="10744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IP地址与子网划分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447800" y="3566160"/>
            <a:ext cx="107442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BDC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计算机网络基础 · 第3章 网络层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903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2026-09-15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3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71550" y="3352800"/>
            <a:ext cx="914400" cy="914400"/>
          </a:xfrm>
          <a:prstGeom prst="ellipse">
            <a:avLst/>
          </a:prstGeom>
          <a:solidFill>
            <a:srgbClr val="4A6B8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678326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4" dirty="0"/>
          </a:p>
        </p:txBody>
      </p:sp>
      <p:sp>
        <p:nvSpPr>
          <p:cNvPr id="9" name="Shape 7"/>
          <p:cNvSpPr/>
          <p:nvPr/>
        </p:nvSpPr>
        <p:spPr>
          <a:xfrm>
            <a:off x="2114550" y="24193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8370" y="25031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27441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02280" y="24860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2280" y="27889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IP地址的概念与分类、子网掩码的作用、子网划分的方法、CIDR 无类别编址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2280" y="2998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的基本概念、…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14550" y="339090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8370" y="347472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371570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002280" y="3562350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02280" y="3865245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能运用 IP地址的概念与分类 相关知识分析与解决实际问题。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14550" y="43624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8370" y="44462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6872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02280" y="4533900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素养目标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02280" y="4836795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培养严谨求实的科学态度与职业素养。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A6470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 · IP地址的概念与分类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知识点2 · 子网掩码的作用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知识点3 · 子网划分的方法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知识点4 · CIDR 无类别编址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389" y="2472690"/>
            <a:ext cx="997961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41337" y="2472690"/>
            <a:ext cx="475066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教学难点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762250"/>
            <a:ext cx="10363200" cy="0"/>
          </a:xfrm>
          <a:prstGeom prst="line">
            <a:avLst/>
          </a:prstGeom>
          <a:noFill/>
          <a:ln w="19050">
            <a:solidFill>
              <a:srgbClr val="232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813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04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9070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389" y="2907030"/>
            <a:ext cx="99796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的概念与核心方法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41337" y="2907030"/>
            <a:ext cx="47506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子网掩码的作用 的理解与应用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261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突破方法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389" y="3326130"/>
            <a:ext cx="99796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案例演示 + 精讲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41337" y="3326130"/>
            <a:ext cx="47506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分层练习 + 反馈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37500"/>
            </a:avLst>
          </a:pr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教学过程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2598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1150" y="208597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导入新课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784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5min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以生活/岗位实例设疑引入，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975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展示学习目标。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2514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754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2125980"/>
            <a:ext cx="6774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1890" y="2085975"/>
            <a:ext cx="850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新课讲授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5140" y="28784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40min 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25140" y="30880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知识点1「IP地址的概念与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25140" y="32975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分类」：讲解概念…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3588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28828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2125980"/>
            <a:ext cx="10995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2630" y="2085975"/>
            <a:ext cx="6389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巩固练习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35880" y="28784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25min 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5880" y="308800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布置分层练习与小组任务，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5880" y="32975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巡回指导纠错。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4662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9902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5140" y="2125980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13370" y="2085975"/>
            <a:ext cx="427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46620" y="28784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6620" y="308800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梳理知识框架，强调重难点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6620" y="32975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与易错点。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5736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7" name="Shape 35"/>
          <p:cNvSpPr/>
          <p:nvPr/>
        </p:nvSpPr>
        <p:spPr>
          <a:xfrm>
            <a:off x="950976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6620" y="2125980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24110" y="2085975"/>
            <a:ext cx="216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357360" y="28784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57360" y="308800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布置课后作业与拓展任务。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IP地址与子网划分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的概念与核心…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子网掩码的作用 的理解与应用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→ 子网掩码…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IP地址与子网划分 相关课后练习。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提交：学习平台线上提交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676400" cy="5334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3470"/>
            <a:ext cx="350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098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7972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 + 作业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