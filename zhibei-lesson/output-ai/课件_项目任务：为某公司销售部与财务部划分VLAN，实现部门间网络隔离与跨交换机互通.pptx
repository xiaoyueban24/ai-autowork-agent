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1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开场：本节课主题「项目任务：为某公司销售部与财务部划分</a:t>
            </a:r>
            <a:r>
              <a:rPr lang="en-US" altLang="zh-CN"/>
              <a:t>VLAN</a:t>
            </a:r>
            <a:r>
              <a:rPr lang="zh-CN" altLang="en-US"/>
              <a:t>，实现部门间网络」，</a:t>
            </a:r>
            <a:r>
              <a:rPr lang="en-US" altLang="zh-CN"/>
              <a:t>2</a:t>
            </a:r>
            <a:r>
              <a:rPr lang="zh-CN" altLang="en-US"/>
              <a:t>课时（</a:t>
            </a:r>
            <a:r>
              <a:rPr lang="en-US" altLang="zh-CN"/>
              <a:t>90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VLAN</a:t>
            </a:r>
            <a:r>
              <a:rPr lang="zh-CN" altLang="en-US"/>
              <a:t>的创建、端口划分与</a:t>
            </a:r>
            <a:r>
              <a:rPr lang="en-US" altLang="zh-CN"/>
              <a:t>Trunk</a:t>
            </a:r>
            <a:r>
              <a:rPr lang="zh-CN" altLang="en-US"/>
              <a:t>端口的配置及验证方法。），再讲难点（理解</a:t>
            </a:r>
            <a:r>
              <a:rPr lang="en-US" altLang="zh-CN"/>
              <a:t>VLAN</a:t>
            </a:r>
            <a:r>
              <a:rPr lang="zh-CN" altLang="en-US"/>
              <a:t>隔离广播域的原理以及</a:t>
            </a:r>
            <a:r>
              <a:rPr lang="en-US" altLang="zh-CN"/>
              <a:t>Access</a:t>
            </a:r>
            <a:r>
              <a:rPr lang="zh-CN" altLang="en-US"/>
              <a:t>与</a:t>
            </a:r>
            <a:r>
              <a:rPr lang="en-US" altLang="zh-CN"/>
              <a:t>Trunk</a:t>
            </a:r>
            <a:r>
              <a:rPr lang="zh-CN" altLang="en-US"/>
              <a:t>端口），说明突破策略。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播放某公司财务部电脑被销售部终端访问引发数据泄露的案例视频，展示企业真实网络拓扑，提问：如何让两个部门的网络互不影响？由｜意图：以岗位真实安全事件创设情境，激发学习兴趣，让学生带着问题进入任务导向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结合动画讲解广播域与</a:t>
            </a:r>
            <a:r>
              <a:rPr lang="en-US" altLang="zh-CN"/>
              <a:t>VLAN</a:t>
            </a:r>
            <a:r>
              <a:rPr lang="zh-CN" altLang="en-US"/>
              <a:t>的概念及划分方式，重点剖析</a:t>
            </a:r>
            <a:r>
              <a:rPr lang="en-US" altLang="zh-CN"/>
              <a:t>Access</a:t>
            </a:r>
            <a:r>
              <a:rPr lang="zh-CN" altLang="en-US"/>
              <a:t>端口与</a:t>
            </a:r>
            <a:r>
              <a:rPr lang="en-US" altLang="zh-CN"/>
              <a:t>Trunk</a:t>
            </a:r>
            <a:r>
              <a:rPr lang="zh-CN" altLang="en-US"/>
              <a:t>端口的区别，边讲边在板书上标注数据帧进｜意图：用动画与板书把抽象的标签机制直观化，帮助学生建立对</a:t>
            </a:r>
            <a:r>
              <a:rPr lang="en-US" altLang="zh-CN"/>
              <a:t>VLAN</a:t>
            </a:r>
            <a:r>
              <a:rPr lang="zh-CN" altLang="en-US"/>
              <a:t>隔离原理的初步认知。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作业布置页：基础题：完成任务工单上</a:t>
            </a:r>
            <a:r>
              <a:rPr lang="en-US" altLang="zh-CN"/>
              <a:t>VLAN</a:t>
            </a:r>
            <a:r>
              <a:rPr lang="zh-CN" altLang="en-US"/>
              <a:t>概念与端口类型判断题，整理本组配置命令清单；拓展实操题：在</a:t>
            </a:r>
            <a:r>
              <a:rPr lang="en-US" altLang="zh-CN"/>
              <a:t>Packet Tracer</a:t>
            </a:r>
            <a:r>
              <a:rPr lang="zh-CN" altLang="en-US"/>
              <a:t>中为拓扑新增</a:t>
            </a:r>
            <a:r>
              <a:rPr lang="en-US" altLang="zh-CN"/>
              <a:t>VLAN 30</a:t>
            </a:r>
            <a:r>
              <a:rPr lang="zh-CN" altLang="en-US"/>
              <a:t>（经理部），实现三个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524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981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896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计算机网络技术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914400" y="2400300"/>
            <a:ext cx="10363200" cy="1676400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560320"/>
            <a:ext cx="10744200" cy="56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项目任务：为某公司销售部与财务部划分</a:t>
            </a:r>
            <a:endParaRPr lang="en-US" sz="3675" dirty="0"/>
          </a:p>
        </p:txBody>
      </p:sp>
      <p:sp>
        <p:nvSpPr>
          <p:cNvPr id="8" name="Text 6"/>
          <p:cNvSpPr/>
          <p:nvPr/>
        </p:nvSpPr>
        <p:spPr>
          <a:xfrm>
            <a:off x="1447800" y="3065145"/>
            <a:ext cx="10744200" cy="56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VLAN，实现部门间网络隔离与跨交换机互通</a:t>
            </a:r>
            <a:endParaRPr lang="en-US" sz="3675" dirty="0"/>
          </a:p>
        </p:txBody>
      </p:sp>
      <p:sp>
        <p:nvSpPr>
          <p:cNvPr id="9" name="Text 7"/>
          <p:cNvSpPr/>
          <p:nvPr/>
        </p:nvSpPr>
        <p:spPr>
          <a:xfrm>
            <a:off x="1447800" y="3689985"/>
            <a:ext cx="107442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BDC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计算机网络技术 · 第四章 交换机的配置与管理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4903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2024-05-16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3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71550" y="3352800"/>
            <a:ext cx="914400" cy="914400"/>
          </a:xfrm>
          <a:prstGeom prst="ellipse">
            <a:avLst/>
          </a:prstGeom>
          <a:solidFill>
            <a:srgbClr val="4A6B8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678326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4" dirty="0"/>
          </a:p>
        </p:txBody>
      </p:sp>
      <p:sp>
        <p:nvSpPr>
          <p:cNvPr id="9" name="Shape 7"/>
          <p:cNvSpPr/>
          <p:nvPr/>
        </p:nvSpPr>
        <p:spPr>
          <a:xfrm>
            <a:off x="2114550" y="24193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8370" y="25031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27441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02280" y="24860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2280" y="27889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能说出VLAN的概念、作用与常见划分方式；能描述Access端口与Trunk端口的区别及适用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2280" y="2998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14550" y="339090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8370" y="347472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371570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002280" y="345757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02280" y="3760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会使用命令行完成VLAN的创建、命名与端口分配；能独立完成跨交换机的Trunk配置并用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02280" y="39700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14550" y="43624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8370" y="44462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6872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002280" y="44291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素养目标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002280" y="47320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养成先备份后配置、规范输入命令的职业习惯；培养小组协作与故障排查中沉着细致的工程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02280" y="49415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4800" dirty="0">
                <a:solidFill>
                  <a:srgbClr val="5A6470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 · IP地址的概念与分类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知识点2 · 子网掩码的作用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知识点3 · 子网划分的方法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知识点4 · CIDR 无类别编址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14822" y="2472690"/>
            <a:ext cx="1027717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88495" y="2472690"/>
            <a:ext cx="540350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教学难点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762250"/>
            <a:ext cx="10363200" cy="0"/>
          </a:xfrm>
          <a:prstGeom prst="line">
            <a:avLst/>
          </a:prstGeom>
          <a:noFill/>
          <a:ln w="19050">
            <a:solidFill>
              <a:srgbClr val="232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813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04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9070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4822" y="2907030"/>
            <a:ext cx="102771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VLAN的创建、端口划分与Trunk端口的配置及验…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8495" y="2907030"/>
            <a:ext cx="54035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理解VLAN隔离广播域的原理以及Access与Tr…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261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突破方法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14822" y="3326130"/>
            <a:ext cx="102771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案例演示 + 精讲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8495" y="3326130"/>
            <a:ext cx="540350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分层练习 + 反馈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37500"/>
            </a:avLst>
          </a:pr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教学过程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2598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1150" y="208597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784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播放某公司财务部电脑被销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975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售部终端访问引发数…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2514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754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2125980"/>
            <a:ext cx="6774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1890" y="2085975"/>
            <a:ext cx="850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新课讲授：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5140" y="28784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15min 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25140" y="30880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结合动画讲解广播域与VLA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25140" y="32975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N的概念及划分方…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3588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28828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2125980"/>
            <a:ext cx="10995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2630" y="2085975"/>
            <a:ext cx="6389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教师演示：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35880" y="28784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15min · 在Packet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5880" y="308800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Tracer中现场演示创建…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4662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9902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5140" y="2125980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13370" y="2085975"/>
            <a:ext cx="427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任务实训：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46620" y="28784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25min 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6620" y="308800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下发项目任务工单，巡回指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6620" y="32975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导各组在真机上的操…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5736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6" name="Shape 34"/>
          <p:cNvSpPr/>
          <p:nvPr/>
        </p:nvSpPr>
        <p:spPr>
          <a:xfrm>
            <a:off x="950976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6620" y="2125980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24110" y="2085975"/>
            <a:ext cx="216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突破重难点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57360" y="28784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57360" y="308800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在部分小组设备上预设典型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57360" y="32975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故障（如端口未划入…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VLAN配置实训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一、VLAN：逻辑隔离广播域；划分…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二、端口类型：Access（接PC…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三、配置三步：①vlan 10 创…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080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四、验证：show vlan br…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基础题：完成任务工单上VLAN概念与端口类…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提交：学习平台线上提交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676400" cy="5334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3470"/>
            <a:ext cx="350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098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7972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 + 作业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自定义</PresentationFormat>
  <Paragraphs>89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uiwe uiwe</cp:lastModifiedBy>
  <cp:revision>2</cp:revision>
  <dcterms:created xsi:type="dcterms:W3CDTF">1980-01-01T00:00:00Z</dcterms:created>
  <dcterms:modified xsi:type="dcterms:W3CDTF">2026-09-02T09:56:54Z</dcterms:modified>
</cp:coreProperties>
</file>