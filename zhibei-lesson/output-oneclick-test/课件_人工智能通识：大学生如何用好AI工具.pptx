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开场：一句话点题，说明今天讲什么。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收束：回顾主线，给行动建议。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面向全校学生的演示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背景与现状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 的关键要点 1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 的关键要点 2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方法与步骤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 的关键要点 3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案例与实践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 的关键要点 4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 的关键要点 5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背景与现状（续）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人工智能通识：大学生如何用好AI工具 的关键要点 6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人工智能通识：大学生如何用好AI工具</dc:title>
  <dc:subject>PptxGenJS Presentation</dc:subject>
  <dc:creator>智备教案</dc:creator>
  <cp:lastModifiedBy>智备教案</cp:lastModifiedBy>
  <cp:revision>1</cp:revision>
  <dcterms:created xsi:type="dcterms:W3CDTF">2026-09-03T03:25:32Z</dcterms:created>
  <dcterms:modified xsi:type="dcterms:W3CDTF">2026-09-03T03:25:32Z</dcterms:modified>
</cp:coreProperties>
</file>