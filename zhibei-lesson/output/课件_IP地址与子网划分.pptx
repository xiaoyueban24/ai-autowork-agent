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93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开场：本节课主题「</a:t>
            </a:r>
            <a:r>
              <a:rPr lang="en-US" altLang="zh-CN"/>
              <a:t>IP</a:t>
            </a:r>
            <a:r>
              <a:rPr lang="zh-CN" altLang="en-US"/>
              <a:t>地址与子网划分」，</a:t>
            </a:r>
            <a:r>
              <a:rPr lang="en-US" altLang="zh-CN"/>
              <a:t>2 </a:t>
            </a:r>
            <a:r>
              <a:rPr lang="zh-CN" altLang="en-US"/>
              <a:t>课时（</a:t>
            </a:r>
            <a:r>
              <a:rPr lang="en-US" altLang="zh-CN"/>
              <a:t>90 </a:t>
            </a:r>
            <a:r>
              <a:rPr lang="zh-CN" altLang="en-US"/>
              <a:t>分钟）。先以提问导入，激活前备知识。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学习目标页：逐条讲解三维目标，强调「知识→能力→素养」递进关系，让学生明确本节课要达成的可测量成果。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知识框架页：逐个点击展示知识点，构建整体认知地图，说明知识点间的逻辑顺序。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重点难点页：先讲重点（</a:t>
            </a:r>
            <a:r>
              <a:rPr lang="en-US" altLang="zh-CN"/>
              <a:t>IP</a:t>
            </a:r>
            <a:r>
              <a:rPr lang="zh-CN" altLang="en-US"/>
              <a:t>地址的概念与分类 的概念与核心方法），再讲难点（子网掩码的作用 的理解与应用），说明突破策略。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教学过程页（五环节）：以生活</a:t>
            </a:r>
            <a:r>
              <a:rPr lang="en-US" altLang="zh-CN"/>
              <a:t>/</a:t>
            </a:r>
            <a:r>
              <a:rPr lang="zh-CN" altLang="en-US"/>
              <a:t>岗位实例设疑引入，展示学习目标。｜意图：创设情境、激活前备知识。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知识点</a:t>
            </a:r>
            <a:r>
              <a:rPr lang="en-US" altLang="zh-CN"/>
              <a:t>1</a:t>
            </a:r>
            <a:r>
              <a:rPr lang="zh-CN" altLang="en-US"/>
              <a:t>「</a:t>
            </a:r>
            <a:r>
              <a:rPr lang="en-US" altLang="zh-CN"/>
              <a:t>IP</a:t>
            </a:r>
            <a:r>
              <a:rPr lang="zh-CN" altLang="en-US"/>
              <a:t>地址的概念与分类」：讲解概念 → 演示案例 → 归纳要点，结合课件与板书逐步展开。；知识点</a:t>
            </a:r>
            <a:r>
              <a:rPr lang="en-US" altLang="zh-CN"/>
              <a:t>2</a:t>
            </a:r>
            <a:r>
              <a:rPr lang="zh-CN" altLang="en-US"/>
              <a:t>「子网掩码的作｜意图：由浅入深突破重难点。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作业布置页：完成 </a:t>
            </a:r>
            <a:r>
              <a:rPr lang="en-US" altLang="zh-CN"/>
              <a:t>IP</a:t>
            </a:r>
            <a:r>
              <a:rPr lang="zh-CN" altLang="en-US"/>
              <a:t>地址与子网划分 相关课后练习。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结束页：回顾本节课知识框架，预告下节课内容，布置课后任务。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524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981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89660"/>
            <a:ext cx="112776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计算机网络基础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914400" y="2400300"/>
            <a:ext cx="10363200" cy="1676400"/>
          </a:xfrm>
          <a:prstGeom prst="rect">
            <a:avLst/>
          </a:prstGeom>
          <a:solidFill>
            <a:srgbClr val="4A6B8A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2735580"/>
            <a:ext cx="10744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IP地址与子网划分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447800" y="3566160"/>
            <a:ext cx="107442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BDC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计算机网络基础 · 第3章 网络层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4903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2026/9/3</a:t>
            </a:r>
            <a:endParaRPr lang="en-US" sz="14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3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971550" y="3352800"/>
            <a:ext cx="914400" cy="914400"/>
          </a:xfrm>
          <a:prstGeom prst="ellipse">
            <a:avLst/>
          </a:prstGeom>
          <a:solidFill>
            <a:srgbClr val="4A6B8A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678326"/>
            <a:ext cx="2857500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304" dirty="0"/>
          </a:p>
        </p:txBody>
      </p:sp>
      <p:sp>
        <p:nvSpPr>
          <p:cNvPr id="9" name="Shape 7"/>
          <p:cNvSpPr/>
          <p:nvPr/>
        </p:nvSpPr>
        <p:spPr>
          <a:xfrm>
            <a:off x="2114550" y="241935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8370" y="250317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274415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002280" y="248602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02280" y="278892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IP地址的概念与分类、子网掩码的作用、子网划分的方法、CIDR 无类别编址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02280" y="299847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的基本概念、…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14550" y="339090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8370" y="347472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371570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002280" y="3562350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能力目标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02280" y="3865245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能运用 IP地址的概念与分类 相关知识分析与解决实际问题。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14550" y="436245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8370" y="444627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68725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002280" y="4533900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素养目标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02280" y="4836795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培养严谨求实的科学态度与职业素养。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4800" dirty="0">
                <a:solidFill>
                  <a:srgbClr val="5A6470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知识框架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知识点1 · IP地址的概念与分类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知识点2 · 子网掩码的作用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知识点3 · 子网划分的方法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知识点4 · CIDR 无类别编址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B96A5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389" y="2472690"/>
            <a:ext cx="997961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41337" y="2472690"/>
            <a:ext cx="475066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教学难点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762250"/>
            <a:ext cx="10363200" cy="0"/>
          </a:xfrm>
          <a:prstGeom prst="line">
            <a:avLst/>
          </a:prstGeom>
          <a:noFill/>
          <a:ln w="19050">
            <a:solidFill>
              <a:srgbClr val="2328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1813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004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9070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389" y="2907030"/>
            <a:ext cx="99796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IP地址的概念与分类 的概念与核心方法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41337" y="2907030"/>
            <a:ext cx="47506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子网掩码的作用 的理解与应用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33261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突破方法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12389" y="3326130"/>
            <a:ext cx="99796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案例演示 + 精讲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41337" y="3326130"/>
            <a:ext cx="47506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分层练习 + 反馈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37500"/>
            </a:avLst>
          </a:prstGeom>
          <a:solidFill>
            <a:srgbClr val="4A6B8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教学过程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125980"/>
            <a:ext cx="255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81150" y="2085975"/>
            <a:ext cx="10610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导入新课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87845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5min 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880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以生活/岗位实例设疑引入，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9755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展示学习目标。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2514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16" name="Shape 14"/>
          <p:cNvSpPr/>
          <p:nvPr/>
        </p:nvSpPr>
        <p:spPr>
          <a:xfrm>
            <a:off x="317754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2125980"/>
            <a:ext cx="67741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91890" y="2085975"/>
            <a:ext cx="850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新课讲授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25140" y="287845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40min 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25140" y="308800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知识点1「IP地址的概念与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25140" y="329755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分类」：讲解概念…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3588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23" name="Shape 21"/>
          <p:cNvSpPr/>
          <p:nvPr/>
        </p:nvSpPr>
        <p:spPr>
          <a:xfrm>
            <a:off x="528828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2125980"/>
            <a:ext cx="109956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2630" y="2085975"/>
            <a:ext cx="63893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巩固练习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35880" y="287845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25min 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35880" y="308800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布置分层练习与小组任务，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35880" y="329755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巡回指导纠错。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4662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30" name="Shape 28"/>
          <p:cNvSpPr/>
          <p:nvPr/>
        </p:nvSpPr>
        <p:spPr>
          <a:xfrm>
            <a:off x="739902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25140" y="2125980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13370" y="2085975"/>
            <a:ext cx="4278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46620" y="287845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10min ·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46620" y="308800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梳理知识框架，强调重难点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46620" y="329755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与易错点。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5736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37" name="Shape 35"/>
          <p:cNvSpPr/>
          <p:nvPr/>
        </p:nvSpPr>
        <p:spPr>
          <a:xfrm>
            <a:off x="950976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6620" y="2125980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24110" y="2085975"/>
            <a:ext cx="21678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作业布置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357360" y="287845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10min ·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357360" y="308800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布置课后作业与拓展任务。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IP地址与子网划分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IP地址的概念与分类 的概念与核心…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子网掩码的作用 的理解与应用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IP地址的概念与分类 → 子网掩码…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作业布置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IP地址与子网划分 相关课后练习。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提交：学习平台线上提交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评价：准确性 + 完整性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676400" cy="533400"/>
          </a:xfrm>
          <a:prstGeom prst="rect">
            <a:avLst/>
          </a:prstGeom>
          <a:solidFill>
            <a:srgbClr val="B96A5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3470"/>
            <a:ext cx="3505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0980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7972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 + 作业</a:t>
            </a:r>
            <a:endParaRPr lang="en-US" sz="14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自定义</PresentationFormat>
  <Paragraphs>85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uiwe uiwe</cp:lastModifiedBy>
  <cp:revision>2</cp:revision>
  <dcterms:created xsi:type="dcterms:W3CDTF">1980-01-01T00:00:00Z</dcterms:created>
  <dcterms:modified xsi:type="dcterms:W3CDTF">2026-09-03T08:09:15Z</dcterms:modified>
</cp:coreProperties>
</file>