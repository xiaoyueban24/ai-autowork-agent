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12191695" cy="4572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电子商务概论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6E4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电子商务概述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授课教师：——　　2026/9/2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学习目标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知识目标｜掌握 定义、分类、框架 的基本概念、原理与方法。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能力目标｜能运用 定义 相关知识分析与解决实际问题，具备初步的实践应用能力。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素养目标｜培养严谨求实的科学态度、团队协作意识与职业素养。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知识框架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第 1 讲｜定义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第 2 讲｜分类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第 3 讲｜框架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知识点 1｜定义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核心概念：定义 的基本定义与内涵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关键要点：定义 的主要特征与判断标准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应用场景：定义 在真实任务中的典型用法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常见误区：定义 易混淆点与注意事项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知识点 2｜分类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核心概念：分类 的基本定义与内涵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关键要点：分类 的主要特征与判断标准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应用场景：分类 在真实任务中的典型用法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常见误区：分类 易混淆点与注意事项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知识点 3｜框架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核心概念：框架 的基本定义与内涵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关键要点：框架 的主要特征与判断标准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应用场景：框架 在真实任务中的典型用法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常见误区：框架 易混淆点与注意事项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重点与难点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教学重点｜定义 的概念与核心方法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教学难点｜分类 的理解与应用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突破方法｜案例演示 + 分层练习 + 即时反馈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课堂小结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已掌握：定义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已掌握：分类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已掌握：框架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请同学们课后整理思维导图，巩固记忆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11338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作业布置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完成 电子商务概述 相关课后练习，并将作业提交至学习平台。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提交方式：学习平台线上提交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评价标准：准确性 + 完整性 + 及时性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6E4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智备教案 · AI 一键生成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浙工院 AI 应用大赛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电子商务概论 · 电子商务概述（教案）</dc:title>
  <dc:subject>PptxGenJS Presentation</dc:subject>
  <dc:creator>智备教案</dc:creator>
  <cp:lastModifiedBy>智备教案</cp:lastModifiedBy>
  <cp:revision>1</cp:revision>
  <dcterms:created xsi:type="dcterms:W3CDTF">2026-09-02T02:31:12Z</dcterms:created>
  <dcterms:modified xsi:type="dcterms:W3CDTF">2026-09-02T02:31:12Z</dcterms:modified>
</cp:coreProperties>
</file>