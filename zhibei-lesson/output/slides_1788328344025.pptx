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91695" cy="4572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计算机网络基础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第3章 网络层 · IP地址与子网划分（项目任务：为“星辰科技”园区网用VLSM按部门主机数需求规划子网并在eNSP中配置验证）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授课教师：计算机网络基础课程组任课教师　　2024—2025学年第一学期 第6周（按校历与授课进度调整）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知识目标｜能说出IP地址“网络号＋主机号”的结构与A、B、C类地址范围及默认掩码；能解释子网掩码的作用并判断掩码是否合法；能说出VLSM与等分划分的区别，并说明“块大小＝256−借位所在字节（变化字节）的掩码值”这一公式的适用条件；能说出CIDR“IP/前缀长度”表示法及路由聚合的含义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能力目标｜会用IP与子网掩码按位“与”运算求网络地址并判断两主机是否同网段；能独立运用四步法完成等分子网划分；能按“需求从大到小排序→逐个定前缀→从0起逐段分配→登记剩余”的VLSM方法为差异化主机数需求规划各子网，正确计算新掩码、网络地址、广播地址、可用主机数与范围并规范填写IPAM规划表；会在eNSP中按规划为PC配置IP与掩码，完成同网段连通与跨网段隔离的双重验证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素养目标｜养成二进制运算严谨细致、按IPAM规范填表并对测试结果截图留档的职业习惯；遵守机房实训规范（不修改机房真实网络配置、按规范命名存档），培养团队协作沟通能力与网络运维岗位的责任意识。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1 讲｜IP地址的概念与分类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2 讲｜子网掩码的作用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3 讲｜子网划分的方法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4 讲｜CIDR 无类别编址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1｜IP地址的概念与分类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核心概念：IP地址的概念与分类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关键要点：IP地址的概念与分类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应用场景：IP地址的概念与分类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常见误区：IP地址的概念与分类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2｜子网掩码的作用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核心概念：子网掩码的作用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关键要点：子网掩码的作用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应用场景：子网掩码的作用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常见误区：子网掩码的作用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3｜子网划分的方法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核心概念：子网划分的方法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关键要点：子网划分的方法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应用场景：子网划分的方法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常见误区：子网划分的方法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4｜CIDR 无类别编址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核心概念：CIDR 无类别编址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关键要点：CIDR 无类别编址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应用场景：CIDR 无类别编址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常见误区：CIDR 无类别编址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重点与难点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重点｜掌握子网划分四步法与VLSM按需分配方法，能根据子网数或各网段主机数需求正确计算新掩码（块大小＝256−借位所在字节的掩码值）及各子网的网络地址、广播地址与可用主机范围，并规范填写IPAM规划表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难点｜理解向主机位“借位”的二进制本质与块大小的由来，把握块大小公式的适用边界（防止在第3字节借位时机械套用末字节值而算出“块256”类错误）；突破等分思维定势，完成VLSM“排序→定前缀→逐段分配”的方法迁移，避免忘减2、块大小算错、子网起始地址未落块整数倍等典型错误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突破方法｜案例演示 + 分层练习 + 即时反馈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已掌握：IP地址的概念与分类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已掌握：子网掩码的作用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已掌握：子网划分的方法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已掌握：CIDR 无类别编址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请同学们课后整理思维导图，巩固记忆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作业布置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基础题：①完成演算工作页剩余5道计算题——给定192.168.10.77/26、172.16.50.130/25、172.16.10.77/20等IP与掩码，先判断借位发生在第几字节、再套用“块大小＝256−变化字节掩码值”求网络地址、广播地址、可用主机数及主机范围；②背记五类地址范围、默认掩码与私有地址块，下节课随堂5分钟小测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拓展/实操题：①将192.168.8.0/24划分为销售部（110台）、技术部（55台）、后勤部（25台）三个子网，按VLSM“从大到小排序→逐个定前缀→从0起逐段分配→登记剩余”完成IPAM规划表，写出各子网掩码、网关与剩余地址块；②在eNSP中参照课前微课搭建“1台交换机＋3台PC”拓扑（2台配置同一子网、1台配置另一子网，均不配网关），按自己规划配置IP与掩码，分别验证同网段互通、跨网段不通，按“组号-子网-测试项”命名截图提交，下节课抽组展示；学有余力者进一步判断三个子网能否聚合及最短前缀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提交方式：学习平台线上提交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评价标准：准确性 + 完整性 + 及时性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浙工院 AI 应用大赛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IP地址与子网划分——企业园区网IP地址规划与配置（含VLSM按需分配）</dc:title>
  <dc:subject>PptxGenJS Presentation</dc:subject>
  <dc:creator>计算机网络基础课程组任课教师</dc:creator>
  <cp:lastModifiedBy>计算机网络基础课程组任课教师</cp:lastModifiedBy>
  <cp:revision>1</cp:revision>
  <dcterms:created xsi:type="dcterms:W3CDTF">2026-09-02T05:52:24Z</dcterms:created>
  <dcterms:modified xsi:type="dcterms:W3CDTF">2026-09-02T05:52:24Z</dcterms:modified>
</cp:coreProperties>
</file>