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测试课程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测试主题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A、B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A 相关知识分析与解决实际问题。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核心概念：A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关键要点：A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应用场景：A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常见误区：A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核心概念：B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关键要点：B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应用场景：B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常见误区：B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教学重点｜A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教学难点｜B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已掌握：B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测试主题 相关课后练习。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测试课程 · 测试主题（教案）</dc:title>
  <dc:subject>PptxGenJS Presentation</dc:subject>
  <dc:creator>智备教案</dc:creator>
  <cp:lastModifiedBy>智备教案</cp:lastModifiedBy>
  <cp:revision>1</cp:revision>
  <dcterms:created xsi:type="dcterms:W3CDTF">2026-09-02T03:18:49Z</dcterms:created>
  <dcterms:modified xsi:type="dcterms:W3CDTF">2026-09-02T03:18:49Z</dcterms:modified>
</cp:coreProperties>
</file>