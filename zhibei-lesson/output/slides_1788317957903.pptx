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91695" cy="4572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机械设计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E4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 机械原理 · 机械的组成原理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授课教师：——　　2026/9/2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学习目标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知识目标｜掌握 有关于机械的内容 的基本概念、原理与方法。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能力目标｜能运用 有关于机械的内容 相关知识分析与解决实际问题，具备初步的实践应用能力。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素养目标｜培养严谨求实的科学态度、团队协作意识与职业素养。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知识框架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第 1 讲｜有关于机械的内容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 1｜有关于机械的内容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核心概念：有关于机械的内容 的基本定义与内涵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关键要点：有关于机械的内容 的主要特征与判断标准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应用场景：有关于机械的内容 在真实任务中的典型用法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常见误区：有关于机械的内容 易混淆点与注意事项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重点与难点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教学重点｜有关于机械的内容 的概念与核心方法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教学难点｜有关于机械的内容 的理解与应用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突破方法｜案例演示 + 分层练习 + 即时反馈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课堂小结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已掌握：有关于机械的内容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请同学们课后整理思维导图，巩固记忆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作业布置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完成 机械的组成原理 相关课后练习，并将作业提交至学习平台。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提交方式：学习平台线上提交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评价标准：准确性 + 完整性 + 及时性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6E4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浙工院 AI 应用大赛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机械设计 · 第一章 机械原理 · 机械的组成原理（教案）</dc:title>
  <dc:subject>PptxGenJS Presentation</dc:subject>
  <dc:creator>智备教案</dc:creator>
  <cp:lastModifiedBy>智备教案</cp:lastModifiedBy>
  <cp:revision>1</cp:revision>
  <dcterms:created xsi:type="dcterms:W3CDTF">2026-09-02T02:59:17Z</dcterms:created>
  <dcterms:modified xsi:type="dcterms:W3CDTF">2026-09-02T02:59:17Z</dcterms:modified>
</cp:coreProperties>
</file>