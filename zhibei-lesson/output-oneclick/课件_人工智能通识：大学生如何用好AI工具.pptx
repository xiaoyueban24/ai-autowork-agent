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开场30秒说明课程定位：不讲技术原理，只解决一个问题——让每个学生把AI用得又快又稳。可先举手调查：用过AI辅助学习的请举手，快速拉近距离。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过渡页，停顿两秒再讲。预告本节回答两个问题：市面上有哪些工具，它们擅长和不擅长什么。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可现场快速调查大家最常用哪个工具。强调多数同学只用对话类工具，其实搜索和文档类工具对学习帮助更大。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讲一个真实幻觉案例：让AI列参考文献，其中两篇查无此文。强调凡是写进作业的事实和引用，一定要自己核实。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进入实操部分，语速可稍快。预告接下来三页：怎么用、什么不能用、用好的关键习惯。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每条展开一个小案例，比如用AI解释Python报错比搜索引擎快十倍。特别强调'不代写'三个字，为下一页铺垫。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全场最严肃的一页，放慢语速。可举一个公开报道的处分案例，并建议学生保存教务处AI使用规定的链接。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可现场演示同一个问题的两种问法对比，效果立竿见影。强调提示词不是玄学，本质是把话说清楚。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回扣开场：工具会年年更替，大学四年真正要练的是判断力。祝大家让AI成为杠杆，而不是拐杖。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从会用到用好：效率与底线并存的AI学习法 · 通识教育中心 · AI通识课教研组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从会用到用好：效率与底线并存的AI学习法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认识AI：工具地图与能力边界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280160" cy="64008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主流AI工具地图：按任务选型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没有最好的工具，只有最匹配的工具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对话问答：ChatGPT、DeepSeek、Kimi、豆包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联网搜索：Perplexity，答案自带来源链接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编程辅助：Copilot、Cursor 代码补全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文档处理：Kimi读长文、飞书妙记转写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选型原则：按任务匹配，别迷信单一产品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AI的能与不能：警惕幻觉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用得放心的前提，是知道它哪里不可靠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擅长：初稿生成、语言润色、翻译、调试代码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短板：最新事实、精确数据、深度原创观点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幻觉：会一本正经地编造不存在的文献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知识截止：训练数据有日期，新事不知情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定位：AI是副驾驶，方向盘必须在你手里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实战：学习场景与使用红线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280160" cy="64008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五个高频学习场景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今晚回宿舍就能上手试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论文：让AI梳理论点结构、润色语言，不代写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编程：贴上报错信息，让AI逐行解释原因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外语：AI当口语陪练，随时开口零成本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复习：把知识讲给AI听，用提问暴露漏洞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文献：长文先要摘要，再决定精读哪几篇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学术诚信：先划清红线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这一页决定你是加分还是处分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先查规则：各校各课程政策不同，动手前确认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红线：直接提交AI生成内容属于学术不端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规范引用：注明工具名、日期和使用方式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判断标准：AI是否替代了你本该做的思考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检测升级：AIGC检测与查重系统越来越严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用好AI的四个习惯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会提问的人，从AI得到的多十倍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提问具体：给背景、给约束、给参考示例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多轮迭代：第一版答案很少是最优解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交叉验证：关键信息回到原始来源核对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保护隐私：作业原文、证件号不要直接粘贴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结语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人工智能通识：大学生如何用好AI工具</dc:title>
  <dc:subject>PptxGenJS Presentation</dc:subject>
  <dc:creator>通识教育中心 · AI通识课教研组</dc:creator>
  <cp:lastModifiedBy>通识教育中心 · AI通识课教研组</cp:lastModifiedBy>
  <cp:revision>1</cp:revision>
  <dcterms:created xsi:type="dcterms:W3CDTF">2026-09-03T08:38:25Z</dcterms:created>
  <dcterms:modified xsi:type="dcterms:W3CDTF">2026-09-03T08:38:25Z</dcterms:modified>
</cp:coreProperties>
</file>