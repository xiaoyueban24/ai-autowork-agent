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开场：一句话点题，说明今天讲什么。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逐条讲解，结合例子。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逐条讲解，结合例子。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逐条讲解，结合例子。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逐条讲解，结合例子。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逐条讲解，结合例子。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收束：回顾主线，给行动建议。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校园读书节活动策划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智备教案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1097280" cy="54864"/>
          </a:xfrm>
          <a:prstGeom prst="rect">
            <a:avLst/>
          </a:prstGeom>
          <a:solidFill>
            <a:srgbClr val="9A341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校园读书节活动策划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面向全校师生的演示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1097280" cy="54864"/>
          </a:xfrm>
          <a:prstGeom prst="rect">
            <a:avLst/>
          </a:prstGeom>
          <a:solidFill>
            <a:srgbClr val="9A3412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背景与现状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校园读书节活动策划 的关键要点 1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具体做法与注意事项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一个真实例子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校园读书节活动策划 的关键要点 2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具体做法与注意事项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一个真实例子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方法与步骤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校园读书节活动策划 的关键要点 3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具体做法与注意事项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一个真实例子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案例与实践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校园读书节活动策划 的关键要点 4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具体做法与注意事项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一个真实例子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总结与展望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校园读书节活动策划 的关键要点 5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具体做法与注意事项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一个真实例子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737360"/>
            <a:ext cx="73152" cy="1463040"/>
          </a:xfrm>
          <a:prstGeom prst="rect">
            <a:avLst/>
          </a:prstGeom>
          <a:solidFill>
            <a:srgbClr val="9A3412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1737360"/>
            <a:ext cx="7543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小结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校园读书节活动策划</dc:title>
  <dc:subject>PptxGenJS Presentation</dc:subject>
  <dc:creator>智备教案</dc:creator>
  <cp:lastModifiedBy>智备教案</cp:lastModifiedBy>
  <cp:revision>1</cp:revision>
  <dcterms:created xsi:type="dcterms:W3CDTF">2026-09-03T03:26:13Z</dcterms:created>
  <dcterms:modified xsi:type="dcterms:W3CDTF">2026-09-03T03:26:13Z</dcterms:modified>
</cp:coreProperties>
</file>