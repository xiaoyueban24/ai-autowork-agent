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开场欢迎大家，说明本次读书节旨在营造校园阅读氛围，预计持续两周，覆盖全体师生。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用数据说明现状，强调读书节不是一次性活动，而是建立长效阅读文化的起点。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过渡页，预告接下来将按板块详细介绍具体活动内容。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重点讲组队机制能提升坚持率，书评结集让参与成果看得见、留得住。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强调动静结合：市集和展览可自由参与，朗读夜和课本剧是高潮场次，需提前报名。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说明三周节奏紧凑但不影响教学，明确各部门职责边界，预算已报学校审批。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收束主题，号召师生现场扫码加入共读社群，宣布报名通道今日开启。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书香满校园，阅读向未来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首届校园读书节活动策划方案 · 校团委·学生会学习部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书香满校园，阅读向未来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首届校园读书节活动策划方案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活动背景与目标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为什么要办读书节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碎片化阅读盛行，深度阅读时间不足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图书馆借阅率近三年下降约两成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目标一：人均借阅量提升30%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目标二：打造品牌社团与阅读社群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目标三：形成可持续的年度活动机制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活动方案总览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80360"/>
            <a:ext cx="1280160" cy="64008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板块一：共读打卡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21天阅读挑战赛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小程序每日打卡，记录阅读时长与心得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自由组队参赛，每队4至6人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设坚持奖、进步奖、最佳书评奖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图书馆提供打卡书目专架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优秀书评结集成册发放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板块二：互动活动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现场活动周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好书漂流市集：捐一本书，换一本书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作者进校园：邀请本地作家开讲座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朗读者之夜：配乐诵读专场演出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课本剧大赛：经典文学改编舞台剧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读书主题摄影与书签设计展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组织保障与时间安排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谁来做·何时做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第1周：宣传启动，报名与组队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第2周：打卡进行，市集与展览开放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第3周：讲座、演出与颁奖闭幕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分工：团委统筹，社团协办，班级落地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预算约8000元：奖品、物料、嘉宾费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让阅读成为习惯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书香满校园，阅读向未来</dc:title>
  <dc:subject>PptxGenJS Presentation</dc:subject>
  <dc:creator>校团委·学生会学习部</dc:creator>
  <cp:lastModifiedBy>校团委·学生会学习部</cp:lastModifiedBy>
  <cp:revision>1</cp:revision>
  <dcterms:created xsi:type="dcterms:W3CDTF">2026-09-03T03:31:36Z</dcterms:created>
  <dcterms:modified xsi:type="dcterms:W3CDTF">2026-09-03T03:31:36Z</dcterms:modified>
</cp:coreProperties>
</file>