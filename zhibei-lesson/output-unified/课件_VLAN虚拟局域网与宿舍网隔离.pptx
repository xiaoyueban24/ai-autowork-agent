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94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</a:t>
            </a:r>
            <a:r>
              <a:rPr lang="en-US" altLang="zh-CN"/>
              <a:t>VLAN</a:t>
            </a:r>
            <a:r>
              <a:rPr lang="zh-CN" altLang="en-US"/>
              <a:t>虚拟局域网与宿舍网隔离」，</a:t>
            </a:r>
            <a:r>
              <a:rPr lang="en-US" altLang="zh-CN"/>
              <a:t>2 </a:t>
            </a:r>
            <a:r>
              <a:rPr lang="zh-CN" altLang="en-US"/>
              <a:t>课时（</a:t>
            </a:r>
            <a:r>
              <a:rPr lang="en-US" altLang="zh-CN"/>
              <a:t>90 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IP</a:t>
            </a:r>
            <a:r>
              <a:rPr lang="zh-CN" altLang="en-US"/>
              <a:t>地址的概念与分类 的概念与核心方法），再讲难点（子网掩码的作用 的理解与应用），说明突破策略。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教学过程页（五环节）：以生活</a:t>
            </a:r>
            <a:r>
              <a:rPr lang="en-US" altLang="zh-CN"/>
              <a:t>/</a:t>
            </a:r>
            <a:r>
              <a:rPr lang="zh-CN" altLang="en-US"/>
              <a:t>岗位实例设疑引入，展示学习目标。｜意图：创设情境、激活前备知识。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r>
              <a:rPr lang="en-US" altLang="zh-CN"/>
              <a:t>1</a:t>
            </a:r>
            <a:r>
              <a:rPr lang="zh-CN" altLang="en-US"/>
              <a:t>「</a:t>
            </a:r>
            <a:r>
              <a:rPr lang="en-US" altLang="zh-CN"/>
              <a:t>IP</a:t>
            </a:r>
            <a:r>
              <a:rPr lang="zh-CN" altLang="en-US"/>
              <a:t>地址的概念与分类」：讲解概念 → 演示案例 → 归纳要点，结合课件与板书逐步展开。；知识点</a:t>
            </a:r>
            <a:r>
              <a:rPr lang="en-US" altLang="zh-CN"/>
              <a:t>2</a:t>
            </a:r>
            <a:r>
              <a:rPr lang="zh-CN" altLang="en-US"/>
              <a:t>「子网掩码的作｜意图：由浅入深突破重难点。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作业布置页：完成 </a:t>
            </a:r>
            <a:r>
              <a:rPr lang="en-US" altLang="zh-CN"/>
              <a:t>VLAN</a:t>
            </a:r>
            <a:r>
              <a:rPr lang="zh-CN" altLang="en-US"/>
              <a:t>虚拟局域网与宿舍网隔离 相关课后练习。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梳理知识框架，强调重难点与易错点。 意图：形成结构化记忆。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布置课后作业与拓展任务。 意图：巩固课堂所学，延伸课外。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边讲边写板书，强调结构。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明确提交要求与评价标准。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回顾总结，预告下节课。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VLAN虚拟局域网与宿舍网隔离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VLAN虚拟局域网与宿舍网隔离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网络层｜2 课时（90 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知识：掌握 IP地址的概念与分类、子网掩码的作用、子网划分的方法、CIDR 无类别编址 的基本概念、原理与方法。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能力：能运用 IP地址的概念与分类 相关知识分析与解决实际问题。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素养：培养严谨求实的科学态度与职业素养。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知识点1 · VLAN虚拟局域网与宿舍网隔离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重点与难点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难点：子网掩码的作用 的理解与应用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 · 教师：以生活/岗位实例设疑引入，展示学习目标。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学生：观察情境，思考并回答提问。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意图：创设情境、激活前备知识。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新课讲授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40min · 教师：知识点1「IP地址的概念与分类」：讲解概念 → 演示案例 → 归纳要点，结合课件与板书逐步展开。；知识点2「…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学生：听讲记笔记，参与问答与课堂练习。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意图：由浅入深突破重难点。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巩固练习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25min · 教师：布置分层练习与小组任务，巡回指导纠错。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学生：独立或协作完成任务，互评互纠。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意图：即时检测，学以致用。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 · 教师：梳理知识框架，强调重难点与易错点。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学生：回顾总结，提出疑问。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意图：形成结构化记忆。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 · 教师：布置课后作业与拓展任务。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学生：记录作业与要求。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意图：巩固课堂所学，延伸课外。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VLAN虚拟局域网与宿舍网隔离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子网掩码的作用 的理解与应用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IP地址的概念与分类 → 子网掩码的作用 → 子网划分的方法 → CIDR 无…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VLAN虚拟局域网与宿舍网隔离 相关课后练习。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全屏显示(16:9)</PresentationFormat>
  <Paragraphs>69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VLAN虚拟局域网与宿舍网隔离</dc:title>
  <dc:subject>PptxGenJS Presentation</dc:subject>
  <dc:creator>智备教案</dc:creator>
  <cp:lastModifiedBy>uiwe uiwe</cp:lastModifiedBy>
  <cp:revision>2</cp:revision>
  <dcterms:created xsi:type="dcterms:W3CDTF">2026-09-04T02:23:30Z</dcterms:created>
  <dcterms:modified xsi:type="dcterms:W3CDTF">2026-09-04T02:23:33Z</dcterms:modified>
</cp:coreProperties>
</file>