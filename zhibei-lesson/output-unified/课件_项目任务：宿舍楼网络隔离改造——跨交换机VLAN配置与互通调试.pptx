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6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92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开场：本节课主题「项目任务：宿舍楼网络隔离改造</a:t>
            </a:r>
            <a:r>
              <a:rPr lang="en-US" altLang="zh-CN"/>
              <a:t>——</a:t>
            </a:r>
            <a:r>
              <a:rPr lang="zh-CN" altLang="en-US"/>
              <a:t>跨交换机</a:t>
            </a:r>
            <a:r>
              <a:rPr lang="en-US" altLang="zh-CN"/>
              <a:t>VLAN</a:t>
            </a:r>
            <a:r>
              <a:rPr lang="zh-CN" altLang="en-US"/>
              <a:t>配置与互通调」，</a:t>
            </a:r>
            <a:r>
              <a:rPr lang="en-US" altLang="zh-CN"/>
              <a:t>2</a:t>
            </a:r>
            <a:r>
              <a:rPr lang="zh-CN" altLang="en-US"/>
              <a:t>课时（</a:t>
            </a:r>
            <a:r>
              <a:rPr lang="en-US" altLang="zh-CN"/>
              <a:t>90</a:t>
            </a:r>
            <a:r>
              <a:rPr lang="zh-CN" altLang="en-US"/>
              <a:t>分钟）。先以提问导入，激活前备知识。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学习目标页：逐条讲解三维目标，强调「知识→能力→素养」递进关系，让学生明确本节课要达成的可测量成果。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知识框架页：逐个点击展示知识点，构建整体认知地图，说明知识点间的逻辑顺序。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重点难点页：先讲重点（掌握</a:t>
            </a:r>
            <a:r>
              <a:rPr lang="en-US" altLang="zh-CN"/>
              <a:t>VLAN</a:t>
            </a:r>
            <a:r>
              <a:rPr lang="zh-CN" altLang="en-US"/>
              <a:t>创建、</a:t>
            </a:r>
            <a:r>
              <a:rPr lang="en-US" altLang="zh-CN"/>
              <a:t>Access</a:t>
            </a:r>
            <a:r>
              <a:rPr lang="zh-CN" altLang="en-US"/>
              <a:t>端口划分与</a:t>
            </a:r>
            <a:r>
              <a:rPr lang="en-US" altLang="zh-CN"/>
              <a:t>Trunk</a:t>
            </a:r>
            <a:r>
              <a:rPr lang="zh-CN" altLang="en-US"/>
              <a:t>端口配置的），再讲难点（理解</a:t>
            </a:r>
            <a:r>
              <a:rPr lang="en-US" altLang="zh-CN"/>
              <a:t>802.1Q</a:t>
            </a:r>
            <a:r>
              <a:rPr lang="zh-CN" altLang="en-US"/>
              <a:t>标签在</a:t>
            </a:r>
            <a:r>
              <a:rPr lang="en-US" altLang="zh-CN"/>
              <a:t>Trunk</a:t>
            </a:r>
            <a:r>
              <a:rPr lang="zh-CN" altLang="en-US"/>
              <a:t>链路上的加标签与剥标签过程，），说明突破策略。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教学过程页（五环节）：播放校园网改造案例视频，提出问题：全校学生机处于同一局域网，广播风暴频发、网速慢，如何隔离？引导学生进入网络工程师岗位情｜意图：以真实岗位情境激发兴趣，让学生带着问题进入学习，自然引出</a:t>
            </a:r>
            <a:r>
              <a:rPr lang="en-US" altLang="zh-CN"/>
              <a:t>VLAN</a:t>
            </a:r>
            <a:r>
              <a:rPr lang="zh-CN" altLang="en-US"/>
              <a:t>的必要性。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结合拓扑图讲解</a:t>
            </a:r>
            <a:r>
              <a:rPr lang="en-US" altLang="zh-CN"/>
              <a:t>VLAN</a:t>
            </a:r>
            <a:r>
              <a:rPr lang="zh-CN" altLang="en-US"/>
              <a:t>概念、隔离广播域的作用、</a:t>
            </a:r>
            <a:r>
              <a:rPr lang="en-US" altLang="zh-CN"/>
              <a:t>802.1Q</a:t>
            </a:r>
            <a:r>
              <a:rPr lang="zh-CN" altLang="en-US"/>
              <a:t>标签结构，对比</a:t>
            </a:r>
            <a:r>
              <a:rPr lang="en-US" altLang="zh-CN"/>
              <a:t>Access</a:t>
            </a:r>
            <a:r>
              <a:rPr lang="zh-CN" altLang="en-US"/>
              <a:t>与</a:t>
            </a:r>
            <a:r>
              <a:rPr lang="en-US" altLang="zh-CN"/>
              <a:t>Trunk</a:t>
            </a:r>
            <a:r>
              <a:rPr lang="zh-CN" altLang="en-US"/>
              <a:t>端口的处理方式，随堂提问｜意图：建立清晰的理论框架，为后续重点操作配置奠定概念基础，避免盲目敲命令。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作业布置页：基础题：完成教材</a:t>
            </a:r>
            <a:r>
              <a:rPr lang="en-US" altLang="zh-CN"/>
              <a:t>P56</a:t>
            </a:r>
            <a:r>
              <a:rPr lang="zh-CN" altLang="en-US"/>
              <a:t>习题</a:t>
            </a:r>
            <a:r>
              <a:rPr lang="en-US" altLang="zh-CN"/>
              <a:t>1—5</a:t>
            </a:r>
            <a:r>
              <a:rPr lang="zh-CN" altLang="en-US"/>
              <a:t>，默写</a:t>
            </a:r>
            <a:r>
              <a:rPr lang="en-US" altLang="zh-CN"/>
              <a:t>VLAN</a:t>
            </a:r>
            <a:r>
              <a:rPr lang="zh-CN" altLang="en-US"/>
              <a:t>创建与</a:t>
            </a:r>
            <a:r>
              <a:rPr lang="en-US" altLang="zh-CN"/>
              <a:t>Trunk</a:t>
            </a:r>
            <a:r>
              <a:rPr lang="zh-CN" altLang="en-US"/>
              <a:t>配置完整命令并标注每条命令作用。拓展实操题：在</a:t>
            </a:r>
            <a:r>
              <a:rPr lang="en-US" altLang="zh-CN"/>
              <a:t>eNSP</a:t>
            </a:r>
            <a:r>
              <a:rPr lang="zh-CN" altLang="en-US"/>
              <a:t>中搭建“</a:t>
            </a:r>
            <a:r>
              <a:rPr lang="en-US" altLang="zh-CN"/>
              <a:t>3</a:t>
            </a:r>
            <a:r>
              <a:rPr lang="zh-CN" altLang="en-US"/>
              <a:t>台交换机</a:t>
            </a:r>
            <a:r>
              <a:rPr lang="en-US" altLang="zh-CN"/>
              <a:t>+</a:t>
            </a:r>
            <a:r>
              <a:rPr lang="zh-CN" altLang="en-US"/>
              <a:t>财务部与市场部”拓扑，实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结束页：回顾本节课知识框架，预告下节课内容，布置课后任务。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下发项目任务单，明确目标：两台交换机、两个VLAN，实现同VLAN主机互ping通。巡回指导，纠正命令拼写与模式切换错误，记录典型问题。 意图：在做中学，通过完整任务驱动巩固本课重点配置技能，训练团队分工协作。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选取实训中收集的典型故障（Trunk未放行VLAN、端口模式错误、VLAN未创建），引导学生先预测再用display vlan、display port vlan定位，剖析802.1Q标签加/剥过程。 意图：以真实故障为载体突破抽象难点，将标签原理可视化，培养先分析后动手的排错思维。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边讲边写板书，强调结构。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明确提交要求与评价标准。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回顾总结，预告下节课。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项目任务：宿舍楼网络隔离改造——跨交换机VLAN配置与互通调试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计算机网络技术 · 第四章 交换机配置与管理——第3节 VLAN技术 · 张明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项目任务：宿舍楼网络隔离改造——跨交换机VLAN配置与互通调试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计算机网络技术 · 第四章 交换机配置与管理——第3节 VLAN技术｜2课时（90分钟）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学习目标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知识：能说出VLAN的概念、作用与802.1Q标签结构；能准确陈述Access端口与Trunk端口的区别及各自适用场景。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能力：会使用eNSP或真机完成VLAN创建、Access端口划分与Trunk端口配置；能独立完成跨交换机同VLAN互通调试，…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素养：养成规范操作、先规划后配置的工程习惯；在小组协作中培养沟通表达与安全生产意识。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知识框架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知识点1 · 项目任务：宿舍楼网络隔离改造——跨交换机VLAN配置与互通调试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重点与难点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重点：掌握VLAN创建、Access端口划分与Trunk端口配置的方法，并完成跨交换机同VLAN互通调试。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难点：理解802.1Q标签在Trunk链路上的加标签与剥标签过程，并据此定位VLAN不通的故障原因。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情境导入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8min · 教师：播放校园网改造案例视频，提出问题：全校学生机处于同一局域网，广播风暴频发、网速慢，如何隔离？引导学生进入网络…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学生：观看视频，围绕问题分组讨论2分钟，抢答提出初步隔离方案（如分网段、分组）。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意图：以真实岗位情境激发兴趣，让学生带着问题进入学习，自然引出VLAN的必要性。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新课讲授：VLAN原理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15min · 教师：结合拓扑图讲解VLAN概念、隔离广播域的作用、802.1Q标签结构，对比Access与Trunk端口的处理方…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学生：听讲并记录要点，回答随堂提问，完成学案上的概念对比填空（Access vs Trunk）。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意图：建立清晰的理论框架，为后续重点操作配置奠定概念基础，避免盲目敲命令。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教师演示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12min · 教师：在eNSP上边讲边演示：创建VLAN、划分Access端口、配置Trunk并放行VLAN的完整流程，同步强调…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学生：近距离观察演示步骤，在任务单上逐条记录关键命令与操作顺序。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意图：通过规范示范降低实训门槛，帮助学生形成标准化的命令输入习惯。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任务实训一：基础配置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25min · 教师：下发项目任务单，明确目标：两台交换机、两个VLAN，实现同VLAN主机互ping通。巡回指导，纠正命令拼写与…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学生：两人一组按任务单完成VLAN创建、端口划分与Trunk配置，验证连通性并截图留存至成果记录表。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意图：在做中学，通过完整任务驱动巩固本课重点配置技能，训练团队分工协作。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突破重难点：故障排查演练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15min · 教师：选取实训中收集的典型故障（Trunk未放行VLAN、端口模式错误、VLAN未创建），引导学生先预测再用dis…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学生：各组抽取故障案例复现现象，边排查边在学案上绘制标签转发流程图，推选代表汇报排错思路。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意图：以真实故障为载体突破抽象难点，将标签原理可视化，培养先分析后动手的排错思维。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板书设计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跨交换机VLAN配置与调试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一、为什么需要VLAN：隔离广播域、提升安全与管理效率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二、核心命令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vlan batch 10 20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 link-type access / trunk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作业布置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基础题：完成教材P56习题1—5，默写VLAN创建与Trunk配置完整命令并标注每条命令作用。拓展实操题：在eNSP中搭建“3台交换机+财务部与市场部”拓扑，…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提交：学习平台线上提交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评价：准确性 + 完整性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73152" cy="14630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1737360"/>
            <a:ext cx="7543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课堂小结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979</Words>
  <Application>Microsoft Office PowerPoint</Application>
  <PresentationFormat>全屏显示(16:9)</PresentationFormat>
  <Paragraphs>70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项目任务：宿舍楼网络隔离改造——跨交换机VLAN配置与互通调试</dc:title>
  <dc:subject>PptxGenJS Presentation</dc:subject>
  <dc:creator>张明</dc:creator>
  <cp:lastModifiedBy>uiwe uiwe</cp:lastModifiedBy>
  <cp:revision>2</cp:revision>
  <dcterms:created xsi:type="dcterms:W3CDTF">2026-09-03T09:11:23Z</dcterms:created>
  <dcterms:modified xsi:type="dcterms:W3CDTF">2026-09-03T09:11:31Z</dcterms:modified>
</cp:coreProperties>
</file>