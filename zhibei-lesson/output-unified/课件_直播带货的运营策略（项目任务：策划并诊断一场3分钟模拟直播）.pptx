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6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043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开场：本节课主题「直播带货的运营策略（项目任务：策划并诊断一场</a:t>
            </a:r>
            <a:r>
              <a:rPr lang="en-US" altLang="zh-CN"/>
              <a:t>3</a:t>
            </a:r>
            <a:r>
              <a:rPr lang="zh-CN" altLang="en-US"/>
              <a:t>分钟模拟直播）」，</a:t>
            </a:r>
            <a:r>
              <a:rPr lang="en-US" altLang="zh-CN"/>
              <a:t>2</a:t>
            </a:r>
            <a:r>
              <a:rPr lang="zh-CN" altLang="en-US"/>
              <a:t>课时（</a:t>
            </a:r>
            <a:r>
              <a:rPr lang="en-US" altLang="zh-CN"/>
              <a:t>90</a:t>
            </a:r>
            <a:r>
              <a:rPr lang="zh-CN" altLang="en-US"/>
              <a:t>分钟，环节一至四为第一课时</a:t>
            </a:r>
            <a:r>
              <a:rPr lang="en-US" altLang="zh-CN"/>
              <a:t>45</a:t>
            </a:r>
            <a:r>
              <a:rPr lang="zh-CN" altLang="en-US"/>
              <a:t>分钟、环节五至八为第二课时</a:t>
            </a:r>
            <a:r>
              <a:rPr lang="en-US" altLang="zh-CN"/>
              <a:t>45</a:t>
            </a:r>
            <a:r>
              <a:rPr lang="zh-CN" altLang="en-US"/>
              <a:t>分钟，课间为明确切分点）。先以提问导入，激活前备知识。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学习目标页：逐条讲解三维目标，强调「知识→能力→素养」递进关系，让学生明确本节课要达成的可测量成果。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知识框架页：逐个点击展示知识点，构建整体认知地图，说明知识点间的逻辑顺序。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重点难点页：先讲重点（掌握引流款、利润款、形象款三层选品与四种定价方法的组合运用，），再讲难点（</a:t>
            </a:r>
            <a:r>
              <a:rPr lang="en-US" altLang="zh-CN"/>
              <a:t>GPM</a:t>
            </a:r>
            <a:r>
              <a:rPr lang="zh-CN" altLang="en-US"/>
              <a:t>与</a:t>
            </a:r>
            <a:r>
              <a:rPr lang="en-US" altLang="zh-CN"/>
              <a:t>UV</a:t>
            </a:r>
            <a:r>
              <a:rPr lang="zh-CN" altLang="en-US"/>
              <a:t>价值的分母口径辨析，以及含退货率与退货物流成本的），说明突破策略。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教学过程页（五环节）：播放蜂花</a:t>
            </a:r>
            <a:r>
              <a:rPr lang="en-US" altLang="zh-CN"/>
              <a:t>'79</a:t>
            </a:r>
            <a:r>
              <a:rPr lang="zh-CN" altLang="en-US"/>
              <a:t>元套餐</a:t>
            </a:r>
            <a:r>
              <a:rPr lang="en-US" altLang="zh-CN"/>
              <a:t>'</a:t>
            </a:r>
            <a:r>
              <a:rPr lang="zh-CN" altLang="en-US"/>
              <a:t>直播切片（约</a:t>
            </a:r>
            <a:r>
              <a:rPr lang="en-US" altLang="zh-CN"/>
              <a:t>2</a:t>
            </a:r>
            <a:r>
              <a:rPr lang="zh-CN" altLang="en-US"/>
              <a:t>分钟），提问</a:t>
            </a:r>
            <a:r>
              <a:rPr lang="en-US" altLang="zh-CN"/>
              <a:t>'</a:t>
            </a:r>
            <a:r>
              <a:rPr lang="zh-CN" altLang="en-US"/>
              <a:t>直播间一夜卖断货，靠的只是低价吗？</a:t>
            </a:r>
            <a:r>
              <a:rPr lang="en-US" altLang="zh-CN"/>
              <a:t>'</a:t>
            </a:r>
            <a:r>
              <a:rPr lang="zh-CN" altLang="en-US"/>
              <a:t>引发讨论；随后用</a:t>
            </a:r>
            <a:r>
              <a:rPr lang="en-US" altLang="zh-CN"/>
              <a:t>2</a:t>
            </a:r>
            <a:r>
              <a:rPr lang="zh-CN" altLang="en-US"/>
              <a:t>道连线与排序快答｜意图：用真实行业热点制造认知冲突、暴露</a:t>
            </a:r>
            <a:r>
              <a:rPr lang="en-US" altLang="zh-CN"/>
              <a:t>'</a:t>
            </a:r>
            <a:r>
              <a:rPr lang="zh-CN" altLang="en-US"/>
              <a:t>低价＋流量＝成功</a:t>
            </a:r>
            <a:r>
              <a:rPr lang="en-US" altLang="zh-CN"/>
              <a:t>'</a:t>
            </a:r>
            <a:r>
              <a:rPr lang="zh-CN" altLang="en-US"/>
              <a:t>误区；以测代讲回收课前微课成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以</a:t>
            </a:r>
            <a:r>
              <a:rPr lang="en-US" altLang="zh-CN"/>
              <a:t>'</a:t>
            </a:r>
            <a:r>
              <a:rPr lang="zh-CN" altLang="en-US"/>
              <a:t>校园好物直播专场</a:t>
            </a:r>
            <a:r>
              <a:rPr lang="en-US" altLang="zh-CN"/>
              <a:t>'</a:t>
            </a:r>
            <a:r>
              <a:rPr lang="zh-CN" altLang="en-US"/>
              <a:t>为例，演示引流款（</a:t>
            </a:r>
            <a:r>
              <a:rPr lang="en-US" altLang="zh-CN"/>
              <a:t>9.9</a:t>
            </a:r>
            <a:r>
              <a:rPr lang="zh-CN" altLang="en-US"/>
              <a:t>元）、利润款、形象款三层排品逻辑与讲解时长分配；现场演示锚定划线、限时秒杀｜意图：通过含退货口径的真实利润演算打破</a:t>
            </a:r>
            <a:r>
              <a:rPr lang="en-US" altLang="zh-CN"/>
              <a:t>'</a:t>
            </a:r>
            <a:r>
              <a:rPr lang="zh-CN" altLang="en-US"/>
              <a:t>全网低价＝万能</a:t>
            </a:r>
            <a:r>
              <a:rPr lang="en-US" altLang="zh-CN"/>
              <a:t>'</a:t>
            </a:r>
            <a:r>
              <a:rPr lang="zh-CN" altLang="en-US"/>
              <a:t>的误区，让学生理解引流款</a:t>
            </a:r>
            <a:r>
              <a:rPr lang="en-US" altLang="zh-CN"/>
              <a:t>'</a:t>
            </a:r>
            <a:r>
              <a:rPr lang="zh-CN" altLang="en-US"/>
              <a:t>拉流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作业布置页：基础题（全员必做）：订正并完善本组</a:t>
            </a:r>
            <a:r>
              <a:rPr lang="en-US" altLang="zh-CN"/>
              <a:t>《</a:t>
            </a:r>
            <a:r>
              <a:rPr lang="zh-CN" altLang="en-US"/>
              <a:t>数据复盘诊断表</a:t>
            </a:r>
            <a:r>
              <a:rPr lang="en-US" altLang="zh-CN"/>
              <a:t>》</a:t>
            </a:r>
            <a:r>
              <a:rPr lang="zh-CN" altLang="en-US"/>
              <a:t>终稿，重新演算</a:t>
            </a:r>
            <a:r>
              <a:rPr lang="en-US" altLang="zh-CN"/>
              <a:t>GPM</a:t>
            </a:r>
            <a:r>
              <a:rPr lang="zh-CN" altLang="en-US"/>
              <a:t>、</a:t>
            </a:r>
            <a:r>
              <a:rPr lang="en-US" altLang="zh-CN"/>
              <a:t>UV</a:t>
            </a:r>
            <a:r>
              <a:rPr lang="zh-CN" altLang="en-US"/>
              <a:t>价值、各层转化率与净利润各</a:t>
            </a:r>
            <a:r>
              <a:rPr lang="en-US" altLang="zh-CN"/>
              <a:t>1</a:t>
            </a:r>
            <a:r>
              <a:rPr lang="zh-CN" altLang="en-US"/>
              <a:t>遍，在旁标注口径与分母依据；拓展</a:t>
            </a:r>
            <a:r>
              <a:rPr lang="en-US" altLang="zh-CN"/>
              <a:t>/</a:t>
            </a:r>
            <a:r>
              <a:rPr lang="zh-CN" altLang="en-US"/>
              <a:t>实操题（小组协作）：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结束页：回顾本节课知识框架，预告下节课内容，布置课后任务。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抽取2组上台各演绎1分钟'催单'片段；引导其余组持话术合规红线检查表查找'最低价''第一'等违规表述并互评打分；宣布第一课时结束，预告第二课时数据复盘任务。 意图：以最小展示成本暴露话术合规易错点，渗透《广告法》红线意识；实训任务在第一课时内闭环，课时切分点清晰不截断实训。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课时开场2分钟回收各组直播演练疑点；发放完整模拟后台数据包（观看人次8万、去重场观人数5万、下单人数3500、成交订单数4200、GMV25万元及坑位费、佣金率、单均运费、退货物流成本等字段），示范借助口径对比卡辨析GPM（GMV÷观看人次×1000，示例＝3125元）与UV价值（GMV÷去重场观人数，示例＝5元）的分母差异；带领全班按'曝光—进入—停留—互动—下单—成交'流量漏斗逐层演算转… 意图：以口径对比卡为脚手架化解GPM与UV价值分母混淆这一抽象难点；含退货物流成本的真实字段迫使学生直面利润真相，落实数据驱动决策的核心素养。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边讲边写板书，强调结构。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明确提交要求与评价标准。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回顾总结，预告下节课。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直播带货的运营策略（项目任务：策划并诊断一场3分钟模拟直播）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电子商务基础 · 第5章 网络营销 · 李婷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EA580C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直播带货的运营策略（项目任务：策划并诊断一场3分钟模拟直播）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电子商务基础 · 第5章 网络营销｜2课时（90分钟，环节一至四为第一课时45分钟、环节五至八为第二课时45分钟，课间为明确切分点）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EA580C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学习目标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知识：能说出直播带货的定义，并能对应'人—货—场'重构逻辑说出主播、中控、运营、投手、选品、客服六大岗位职责（课前微课自学达…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能力：能在小组中独立承担选品、主播等岗位，完成一场直播的三层排品表与定价方案设计；能运用FABE模型合作编写'开场—留人—讲…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素养：具备《广告法》与《网络直播营销管理办法》合规红线意识，能主动规避极限词、虚假宣传与过度憋单；养成数据驱动决策、诚信履约…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知识框架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知识点1 · 直播带货的运营策略（项目任务：策划并诊断一场3分钟模拟直播）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重点与难点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重点：掌握引流款、利润款、形象款三层选品与四种定价方法的组合运用，以及'开场—留人—讲解—催单—结尾'五段式话术的编写与演绎。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难点：GPM与UV价值的分母口径辨析，以及含退货率与退货物流成本的真实利润核算与流量漏斗问题定位（数据复盘环节为教学重点兼难…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情境导入·预习检测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6min · 教师：播放蜂花'79元套餐'直播切片（约2分钟），提问'直播间一夜卖断货，靠的只是低价吗？'引发讨论；随后用2道连…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学生：观看案例、围绕问题抢答；完成岗位连线与流程排序检测题，在任务单上写下自己对直播带货的3个疑问。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意图：用真实行业热点制造认知冲突、暴露'低价＋流量＝成功'误区；以测代讲回收课前微课成果，为课…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示范演示·三层选品与四…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14min · 教师：以'校园好物直播专场'为例，演示引流款（9.9元）、利润款、形象款三层排品逻辑与讲解时长分配；现场演示锚定划…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学生：跟随教师逐步演算单件真实利润，在笔记中归纳四种定价背后的心理依据（锚定效应、损失厌恶、稀缺紧迫、凑单心理）。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意图：通过含退货口径的真实利润演算打破'全网低价＝万能'的误区，让学生理解引流款'拉流量而非盈…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任务实训·排品定价与话…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20min · 教师：发布情境任务：各组抽签垂类（零食/母婴/服装/美妆），基于给定粉丝画像，用填空式模板完成一页排品表与定价方案…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学生：小组按主播、中控、运营、选品、投手、客服六岗分工（4—5人可兼岗）完成任务，每岗有明确产出物；组内预演后推选…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意图：填空式半成品模板降低编写负荷、话术压缩至3分钟，确保20分钟内当堂完成；六岗分工实现人人…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成果展示·催单演绎与合…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5min · 教师：抽取2组上台各演绎1分钟'催单'片段；引导其余组持话术合规红线检查表查找'最低价''第一'等违规表述并互评打…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学生：展示组演绎催单片段；观察组对照合规检查表记录违规点并评分，各提出1条修改建议。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意图：以最小展示成本暴露话术合规易错点，渗透《广告法》红线意识；实训任务在第一课时内闭环，课时…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突破重难点·数据复盘工…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28min · 教师：第二课时开场2分钟回收各组直播演练疑点；发放完整模拟后台数据包（观看人次8万、去重场观人数5万、下单人数35…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学生：对照口径对比卡演算GPM与UV价值并在旁标注分母依据；小组分工计算各层转化率与净利润，参照行业均值定位问题环…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意图：以口径对比卡为脚手架化解GPM与UV价值分母混淆这一抽象难点；含退货物流成本的真实字段迫…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板书设计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直播带货的运营策略——选品·话术·数据复盘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左：主线一 选品与话术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1.三层排品：引流款（拉流量）→利润款（赚钱）→形象款（立人设）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2.四种定价：锚定划线｜限时秒杀｜组合买赠｜阶梯满减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3.五段话术：开场—留人—讲解—催单—结尾（FABE）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作业布置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基础题（全员必做）：订正并完善本组《数据复盘诊断表》终稿，重新演算GPM、UV价值、各层转化率与净利润各1遍，在旁标注口径与分母依据；拓展/实操题（小组协作）…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提交：学习平台线上提交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评价：准确性 + 完整性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37360"/>
            <a:ext cx="73152" cy="14630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1737360"/>
            <a:ext cx="7543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7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课堂小结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1267</Words>
  <Application>Microsoft Office PowerPoint</Application>
  <PresentationFormat>全屏显示(16:9)</PresentationFormat>
  <Paragraphs>70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直播带货的运营策略（项目任务：策划并诊断一场3分钟模拟直播）</dc:title>
  <dc:subject>PptxGenJS Presentation</dc:subject>
  <dc:creator>李婷</dc:creator>
  <cp:lastModifiedBy>uiwe uiwe</cp:lastModifiedBy>
  <cp:revision>2</cp:revision>
  <dcterms:created xsi:type="dcterms:W3CDTF">2026-09-04T00:54:59Z</dcterms:created>
  <dcterms:modified xsi:type="dcterms:W3CDTF">2026-09-04T00:55:13Z</dcterms:modified>
</cp:coreProperties>
</file>