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7051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开场：本节课主题「</a:t>
            </a:r>
            <a:r>
              <a:rPr lang="en-US" altLang="zh-CN"/>
              <a:t>IP</a:t>
            </a:r>
            <a:r>
              <a:rPr lang="zh-CN" altLang="en-US"/>
              <a:t>地址与子网划分」，</a:t>
            </a:r>
            <a:r>
              <a:rPr lang="en-US" altLang="zh-CN"/>
              <a:t>2 </a:t>
            </a:r>
            <a:r>
              <a:rPr lang="zh-CN" altLang="en-US"/>
              <a:t>课时（</a:t>
            </a:r>
            <a:r>
              <a:rPr lang="en-US" altLang="zh-CN"/>
              <a:t>90 </a:t>
            </a:r>
            <a:r>
              <a:rPr lang="zh-CN" altLang="en-US"/>
              <a:t>分钟）。先以提问导入，激活前备知识。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学习目标页：逐条讲解三维目标，强调「知识→能力→素养」递进关系，让学生明确本节课要达成的可测量成果。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知识框架页：逐个点击展示知识点，构建整体认知地图，说明知识点间的逻辑顺序。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重点难点页：先讲重点（</a:t>
            </a:r>
            <a:r>
              <a:rPr lang="en-US" altLang="zh-CN"/>
              <a:t>IP</a:t>
            </a:r>
            <a:r>
              <a:rPr lang="zh-CN" altLang="en-US"/>
              <a:t>地址的概念与分类 的概念与核心方法），再讲难点（子网掩码的作用 的理解与应用），说明突破策略。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5min · </a:t>
            </a:r>
            <a:r>
              <a:rPr lang="zh-CN" altLang="en-US"/>
              <a:t>以生活</a:t>
            </a:r>
            <a:r>
              <a:rPr lang="en-US" altLang="zh-CN"/>
              <a:t>/</a:t>
            </a:r>
            <a:r>
              <a:rPr lang="zh-CN" altLang="en-US"/>
              <a:t>岗位实例设疑引入，展示学习目标。｜意图：创设情境、激活前备知识。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40min · </a:t>
            </a:r>
            <a:r>
              <a:rPr lang="zh-CN" altLang="en-US"/>
              <a:t>知识点</a:t>
            </a:r>
            <a:r>
              <a:rPr lang="en-US" altLang="zh-CN"/>
              <a:t>1</a:t>
            </a:r>
            <a:r>
              <a:rPr lang="zh-CN" altLang="en-US"/>
              <a:t>「</a:t>
            </a:r>
            <a:r>
              <a:rPr lang="en-US" altLang="zh-CN"/>
              <a:t>IP</a:t>
            </a:r>
            <a:r>
              <a:rPr lang="zh-CN" altLang="en-US"/>
              <a:t>地址的概念与分类」：讲解概念 → 演示案例 → 归纳要点，结合课件与板书逐步展开。；知识点</a:t>
            </a:r>
            <a:r>
              <a:rPr lang="en-US" altLang="zh-CN"/>
              <a:t>2</a:t>
            </a:r>
            <a:r>
              <a:rPr lang="zh-CN" altLang="en-US"/>
              <a:t>「子网掩码的作｜意图：由浅入深突破重难点。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25min · </a:t>
            </a:r>
            <a:r>
              <a:rPr lang="zh-CN" altLang="en-US"/>
              <a:t>布置分层练习与小组任务，巡回指导纠错。｜意图：即时检测，学以致用。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10min · </a:t>
            </a:r>
            <a:r>
              <a:rPr lang="zh-CN" altLang="en-US"/>
              <a:t>梳理知识框架，强调重难点与易错点。｜意图：形成结构化记忆。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10min · </a:t>
            </a:r>
            <a:r>
              <a:rPr lang="zh-CN" altLang="en-US"/>
              <a:t>布置课后作业与拓展任务。｜意图：巩固课堂所学，延伸课外。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板书设计页：边讲边写板书，强调知识结构可视化。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作业布置页：完成 </a:t>
            </a:r>
            <a:r>
              <a:rPr lang="en-US" altLang="zh-CN"/>
              <a:t>IP</a:t>
            </a:r>
            <a:r>
              <a:rPr lang="zh-CN" altLang="en-US"/>
              <a:t>地址与子网划分 相关课后练习。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结束页：回顾本节课知识框架，预告下节课内容，布置课后任务。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回顾总结，预告下节课。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IP地址与子网划分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计算机网络基础 · 第3章 网络层 · （你的姓名）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9A3412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IP地址与子网划分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计算机网络基础 · 第3章 网络层｜2 课时（90 分钟）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9A3412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学习目标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知识：掌握 IP地址的概念与分类、子网掩码的作用、子网划分的方法、CIDR 无类别编址 的基本概念、原理与方法。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能力：能运用 IP地址的概念与分类 相关知识分析与解决实际问题。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素养：培养严谨求实的科学态度与职业素养。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知识框架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知识点1 · IP地址的概念与分类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知识点2 · 子网掩码的作用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知识点3 · 子网划分的方法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知识点4 · CIDR 无类别编址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omb dir="vert"/>
      </p:transition>
    </mc:Choice>
    <mc:Fallback>
      <p:transition spd="med">
        <p:comb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重点与难点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重点：IP地址的概念与分类 的概念与核心方法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难点：子网掩码的作用 的理解与应用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edge/>
      </p:transition>
    </mc:Choice>
    <mc:Fallback>
      <p:transition spd="med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导入新课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5min · 教师：以生活/岗位实例设疑引入，展示学习目标。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学生：观察情境，思考并回答提问。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意图：创设情境、激活前备知识。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heel spokes="8"/>
      </p:transition>
    </mc:Choice>
    <mc:Fallback>
      <p:transition spd="med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新课讲授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40min · 教师：知识点1「IP地址的概念与分类」：讲解概念 → 演示案例 → 归纳要点，结合课件与板书逐步展开。；知识点2「…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学生：听讲记笔记，参与问答与课堂练习。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意图：由浅入深突破重难点。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巩固练习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25min · 教师：布置分层练习与小组任务，巡回指导纠错。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学生：独立或协作完成任务，互评互纠。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意图：即时检测，学以致用。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课堂小结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10min · 教师：梳理知识框架，强调重难点与易错点。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学生：回顾总结，提出疑问。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意图：形成结构化记忆。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作业布置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10min · 教师：布置课后作业与拓展任务。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学生：记录作业与要求。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意图：巩固课堂所学，延伸课外。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omb dir="vert"/>
      </p:transition>
    </mc:Choice>
    <mc:Fallback>
      <p:transition spd="med">
        <p:comb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板书设计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IP地址与子网划分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IP地址的概念与分类 的概念与核心方法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子网掩码的作用 的理解与应用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IP地址的概念与分类 → 子网掩码的作用 → 子网划分的方法 → CIDR 无…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edge/>
      </p:transition>
    </mc:Choice>
    <mc:Fallback>
      <p:transition spd="med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作业布置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完成 IP地址与子网划分 相关课后练习。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提交：学习平台线上提交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评价：准确性 + 完整性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heel spokes="8"/>
      </p:transition>
    </mc:Choice>
    <mc:Fallback>
      <p:transition spd="med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737360"/>
            <a:ext cx="73152" cy="1463040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1737360"/>
            <a:ext cx="7543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课堂小结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712</Words>
  <Application>Microsoft Office PowerPoint</Application>
  <PresentationFormat>全屏显示(16:9)</PresentationFormat>
  <Paragraphs>72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IP地址与子网划分</dc:title>
  <dc:subject>PptxGenJS Presentation</dc:subject>
  <dc:creator>（你的姓名）</dc:creator>
  <cp:lastModifiedBy>uiwe uiwe</cp:lastModifiedBy>
  <cp:revision>2</cp:revision>
  <dcterms:created xsi:type="dcterms:W3CDTF">2026-09-02T10:20:39Z</dcterms:created>
  <dcterms:modified xsi:type="dcterms:W3CDTF">2026-09-02T10:20:40Z</dcterms:modified>
</cp:coreProperties>
</file>