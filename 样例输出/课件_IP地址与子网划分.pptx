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计算机网络基础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第3章 网络层 · IP地址与子网划分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授课教师：（你的姓名）　　2026-09-15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IP地址的概念与分类、子网掩码的作用、子网划分的方法、CIDR 无类别编址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IP地址的概念与分类 相关知识分析与解决实际问题。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讲｜IP地址的概念与分类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讲｜子网掩码的作用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3 讲｜子网划分的方法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4 讲｜CIDR 无类别编址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1｜IP地址的概念与分类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核心概念：IP地址的概念与分类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关键要点：IP地址的概念与分类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应用场景：IP地址的概念与分类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常见误区：IP地址的概念与分类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2｜子网掩码的作用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核心概念：子网掩码的作用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关键要点：子网掩码的作用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应用场景：子网掩码的作用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常见误区：子网掩码的作用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3｜子网划分的方法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核心概念：子网划分的方法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关键要点：子网划分的方法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应用场景：子网划分的方法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常见误区：子网划分的方法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4｜CIDR 无类别编址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核心概念：CIDR 无类别编址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关键要点：CIDR 无类别编址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应用场景：CIDR 无类别编址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常见误区：CIDR 无类别编址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教学重点｜IP地址的概念与分类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教学难点｜子网掩码的作用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已掌握：IP地址的概念与分类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已掌握：子网掩码的作用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已掌握：子网划分的方法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已掌握：CIDR 无类别编址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IP地址与子网划分 相关课后练习。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计算机网络基础 · 第3章 网络层 · IP地址与子网划分（教案）</dc:title>
  <dc:subject>PptxGenJS Presentation</dc:subject>
  <dc:creator>（你的姓名）</dc:creator>
  <cp:lastModifiedBy>（你的姓名）</cp:lastModifiedBy>
  <cp:revision>1</cp:revision>
  <dcterms:created xsi:type="dcterms:W3CDTF">2026-09-02T03:16:36Z</dcterms:created>
  <dcterms:modified xsi:type="dcterms:W3CDTF">2026-09-02T03:16:36Z</dcterms:modified>
</cp:coreProperties>
</file>